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402" r:id="rId2"/>
    <p:sldId id="403" r:id="rId3"/>
    <p:sldId id="404" r:id="rId4"/>
    <p:sldId id="405" r:id="rId5"/>
    <p:sldId id="406" r:id="rId6"/>
    <p:sldId id="407" r:id="rId7"/>
    <p:sldId id="408" r:id="rId8"/>
    <p:sldId id="409" r:id="rId9"/>
    <p:sldId id="410" r:id="rId10"/>
    <p:sldId id="411" r:id="rId11"/>
    <p:sldId id="412" r:id="rId12"/>
    <p:sldId id="413" r:id="rId13"/>
    <p:sldId id="414" r:id="rId14"/>
    <p:sldId id="415" r:id="rId15"/>
    <p:sldId id="416" r:id="rId16"/>
    <p:sldId id="41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55C157-FA7C-44F3-8C22-38FCC16778B3}" type="datetimeFigureOut">
              <a:rPr lang="en-US" smtClean="0"/>
              <a:t>1/20/2024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38DCDB-A6F4-419E-99D5-0F1ABAC302EB}" type="slidenum">
              <a:rPr lang="en-US" smtClean="0"/>
              <a:t>‹#›</a:t>
            </a:fld>
            <a:endParaRPr lang="en-US"/>
          </a:p>
        </p:txBody>
      </p:sp>
    </p:spTree>
    <p:extLst>
      <p:ext uri="{BB962C8B-B14F-4D97-AF65-F5344CB8AC3E}">
        <p14:creationId xmlns:p14="http://schemas.microsoft.com/office/powerpoint/2010/main" val="805273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243913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321915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374809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686584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780450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592843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246409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942354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879504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007871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244964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735328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632698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846820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897913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335171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a:stretch/>
        </p:blipFill>
        <p:spPr>
          <a:xfrm>
            <a:off x="1" y="-33"/>
            <a:ext cx="12191943" cy="6858000"/>
          </a:xfrm>
          <a:prstGeom prst="rect">
            <a:avLst/>
          </a:prstGeom>
          <a:noFill/>
          <a:ln>
            <a:noFill/>
          </a:ln>
        </p:spPr>
      </p:pic>
      <p:sp>
        <p:nvSpPr>
          <p:cNvPr id="11" name="Google Shape;11;p2"/>
          <p:cNvSpPr txBox="1">
            <a:spLocks noGrp="1"/>
          </p:cNvSpPr>
          <p:nvPr>
            <p:ph type="ctrTitle"/>
          </p:nvPr>
        </p:nvSpPr>
        <p:spPr>
          <a:xfrm>
            <a:off x="914400" y="2655767"/>
            <a:ext cx="6052000" cy="1546400"/>
          </a:xfrm>
          <a:prstGeom prst="rect">
            <a:avLst/>
          </a:prstGeom>
        </p:spPr>
        <p:txBody>
          <a:bodyPr spcFirstLastPara="1" wrap="square" lIns="0" tIns="0" rIns="0" bIns="0" anchor="ctr" anchorCtr="0">
            <a:noAutofit/>
          </a:bodyPr>
          <a:lstStyle>
            <a:lvl1pPr lvl="0">
              <a:spcBef>
                <a:spcPts val="0"/>
              </a:spcBef>
              <a:spcAft>
                <a:spcPts val="0"/>
              </a:spcAft>
              <a:buSzPts val="5000"/>
              <a:buNone/>
              <a:defRPr sz="6667"/>
            </a:lvl1pPr>
            <a:lvl2pPr lvl="1">
              <a:spcBef>
                <a:spcPts val="0"/>
              </a:spcBef>
              <a:spcAft>
                <a:spcPts val="0"/>
              </a:spcAft>
              <a:buSzPts val="5000"/>
              <a:buNone/>
              <a:defRPr sz="6667"/>
            </a:lvl2pPr>
            <a:lvl3pPr lvl="2">
              <a:spcBef>
                <a:spcPts val="0"/>
              </a:spcBef>
              <a:spcAft>
                <a:spcPts val="0"/>
              </a:spcAft>
              <a:buSzPts val="5000"/>
              <a:buNone/>
              <a:defRPr sz="6667"/>
            </a:lvl3pPr>
            <a:lvl4pPr lvl="3">
              <a:spcBef>
                <a:spcPts val="0"/>
              </a:spcBef>
              <a:spcAft>
                <a:spcPts val="0"/>
              </a:spcAft>
              <a:buSzPts val="5000"/>
              <a:buNone/>
              <a:defRPr sz="6667"/>
            </a:lvl4pPr>
            <a:lvl5pPr lvl="4">
              <a:spcBef>
                <a:spcPts val="0"/>
              </a:spcBef>
              <a:spcAft>
                <a:spcPts val="0"/>
              </a:spcAft>
              <a:buSzPts val="5000"/>
              <a:buNone/>
              <a:defRPr sz="6667"/>
            </a:lvl5pPr>
            <a:lvl6pPr lvl="5">
              <a:spcBef>
                <a:spcPts val="0"/>
              </a:spcBef>
              <a:spcAft>
                <a:spcPts val="0"/>
              </a:spcAft>
              <a:buSzPts val="5000"/>
              <a:buNone/>
              <a:defRPr sz="6667"/>
            </a:lvl6pPr>
            <a:lvl7pPr lvl="6">
              <a:spcBef>
                <a:spcPts val="0"/>
              </a:spcBef>
              <a:spcAft>
                <a:spcPts val="0"/>
              </a:spcAft>
              <a:buSzPts val="5000"/>
              <a:buNone/>
              <a:defRPr sz="6667"/>
            </a:lvl7pPr>
            <a:lvl8pPr lvl="7">
              <a:spcBef>
                <a:spcPts val="0"/>
              </a:spcBef>
              <a:spcAft>
                <a:spcPts val="0"/>
              </a:spcAft>
              <a:buSzPts val="5000"/>
              <a:buNone/>
              <a:defRPr sz="6667"/>
            </a:lvl8pPr>
            <a:lvl9pPr lvl="8">
              <a:spcBef>
                <a:spcPts val="0"/>
              </a:spcBef>
              <a:spcAft>
                <a:spcPts val="0"/>
              </a:spcAft>
              <a:buSzPts val="5000"/>
              <a:buNone/>
              <a:defRPr sz="6667"/>
            </a:lvl9pPr>
          </a:lstStyle>
          <a:p>
            <a:endParaRPr/>
          </a:p>
        </p:txBody>
      </p:sp>
    </p:spTree>
    <p:extLst>
      <p:ext uri="{BB962C8B-B14F-4D97-AF65-F5344CB8AC3E}">
        <p14:creationId xmlns:p14="http://schemas.microsoft.com/office/powerpoint/2010/main" val="3576083397"/>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12"/>
        <p:cNvGrpSpPr/>
        <p:nvPr/>
      </p:nvGrpSpPr>
      <p:grpSpPr>
        <a:xfrm>
          <a:off x="0" y="0"/>
          <a:ext cx="0" cy="0"/>
          <a:chOff x="0" y="0"/>
          <a:chExt cx="0" cy="0"/>
        </a:xfrm>
      </p:grpSpPr>
      <p:pic>
        <p:nvPicPr>
          <p:cNvPr id="13" name="Google Shape;13;p3"/>
          <p:cNvPicPr preferRelativeResize="0"/>
          <p:nvPr/>
        </p:nvPicPr>
        <p:blipFill>
          <a:blip r:embed="rId2">
            <a:alphaModFix/>
          </a:blip>
          <a:stretch>
            <a:fillRect/>
          </a:stretch>
        </p:blipFill>
        <p:spPr>
          <a:xfrm>
            <a:off x="0" y="0"/>
            <a:ext cx="12192000" cy="6858000"/>
          </a:xfrm>
          <a:prstGeom prst="rect">
            <a:avLst/>
          </a:prstGeom>
          <a:noFill/>
          <a:ln>
            <a:noFill/>
          </a:ln>
        </p:spPr>
      </p:pic>
      <p:sp>
        <p:nvSpPr>
          <p:cNvPr id="14" name="Google Shape;14;p3"/>
          <p:cNvSpPr txBox="1">
            <a:spLocks noGrp="1"/>
          </p:cNvSpPr>
          <p:nvPr>
            <p:ph type="ctrTitle"/>
          </p:nvPr>
        </p:nvSpPr>
        <p:spPr>
          <a:xfrm>
            <a:off x="914400" y="2212733"/>
            <a:ext cx="5685200" cy="1546400"/>
          </a:xfrm>
          <a:prstGeom prst="rect">
            <a:avLst/>
          </a:prstGeom>
        </p:spPr>
        <p:txBody>
          <a:bodyPr spcFirstLastPara="1" wrap="square" lIns="0" tIns="0" rIns="0" bIns="0" anchor="b" anchorCtr="0">
            <a:noAutofit/>
          </a:bodyPr>
          <a:lstStyle>
            <a:lvl1pPr lvl="0" rtl="0">
              <a:spcBef>
                <a:spcPts val="0"/>
              </a:spcBef>
              <a:spcAft>
                <a:spcPts val="0"/>
              </a:spcAft>
              <a:buSzPts val="3600"/>
              <a:buNone/>
              <a:defRPr sz="4800"/>
            </a:lvl1pPr>
            <a:lvl2pPr lvl="1" rtl="0">
              <a:spcBef>
                <a:spcPts val="0"/>
              </a:spcBef>
              <a:spcAft>
                <a:spcPts val="0"/>
              </a:spcAft>
              <a:buSzPts val="3600"/>
              <a:buNone/>
              <a:defRPr sz="4800"/>
            </a:lvl2pPr>
            <a:lvl3pPr lvl="2" rtl="0">
              <a:spcBef>
                <a:spcPts val="0"/>
              </a:spcBef>
              <a:spcAft>
                <a:spcPts val="0"/>
              </a:spcAft>
              <a:buSzPts val="3600"/>
              <a:buNone/>
              <a:defRPr sz="4800"/>
            </a:lvl3pPr>
            <a:lvl4pPr lvl="3" rtl="0">
              <a:spcBef>
                <a:spcPts val="0"/>
              </a:spcBef>
              <a:spcAft>
                <a:spcPts val="0"/>
              </a:spcAft>
              <a:buSzPts val="3600"/>
              <a:buNone/>
              <a:defRPr sz="4800"/>
            </a:lvl4pPr>
            <a:lvl5pPr lvl="4" rtl="0">
              <a:spcBef>
                <a:spcPts val="0"/>
              </a:spcBef>
              <a:spcAft>
                <a:spcPts val="0"/>
              </a:spcAft>
              <a:buSzPts val="3600"/>
              <a:buNone/>
              <a:defRPr sz="4800"/>
            </a:lvl5pPr>
            <a:lvl6pPr lvl="5" rtl="0">
              <a:spcBef>
                <a:spcPts val="0"/>
              </a:spcBef>
              <a:spcAft>
                <a:spcPts val="0"/>
              </a:spcAft>
              <a:buSzPts val="3600"/>
              <a:buNone/>
              <a:defRPr sz="4800"/>
            </a:lvl6pPr>
            <a:lvl7pPr lvl="6" rtl="0">
              <a:spcBef>
                <a:spcPts val="0"/>
              </a:spcBef>
              <a:spcAft>
                <a:spcPts val="0"/>
              </a:spcAft>
              <a:buSzPts val="3600"/>
              <a:buNone/>
              <a:defRPr sz="4800"/>
            </a:lvl7pPr>
            <a:lvl8pPr lvl="7" rtl="0">
              <a:spcBef>
                <a:spcPts val="0"/>
              </a:spcBef>
              <a:spcAft>
                <a:spcPts val="0"/>
              </a:spcAft>
              <a:buSzPts val="3600"/>
              <a:buNone/>
              <a:defRPr sz="4800"/>
            </a:lvl8pPr>
            <a:lvl9pPr lvl="8" rtl="0">
              <a:spcBef>
                <a:spcPts val="0"/>
              </a:spcBef>
              <a:spcAft>
                <a:spcPts val="0"/>
              </a:spcAft>
              <a:buSzPts val="3600"/>
              <a:buNone/>
              <a:defRPr sz="4800"/>
            </a:lvl9pPr>
          </a:lstStyle>
          <a:p>
            <a:endParaRPr/>
          </a:p>
        </p:txBody>
      </p:sp>
      <p:sp>
        <p:nvSpPr>
          <p:cNvPr id="15" name="Google Shape;15;p3"/>
          <p:cNvSpPr txBox="1">
            <a:spLocks noGrp="1"/>
          </p:cNvSpPr>
          <p:nvPr>
            <p:ph type="subTitle" idx="1"/>
          </p:nvPr>
        </p:nvSpPr>
        <p:spPr>
          <a:xfrm>
            <a:off x="914400" y="3888339"/>
            <a:ext cx="5685200" cy="1046400"/>
          </a:xfrm>
          <a:prstGeom prst="rect">
            <a:avLst/>
          </a:prstGeom>
        </p:spPr>
        <p:txBody>
          <a:bodyPr spcFirstLastPara="1" wrap="square" lIns="0" tIns="0" rIns="0" bIns="0" anchor="t" anchorCtr="0">
            <a:noAutofit/>
          </a:bodyPr>
          <a:lstStyle>
            <a:lvl1pPr lvl="0" rtl="0">
              <a:spcBef>
                <a:spcPts val="0"/>
              </a:spcBef>
              <a:spcAft>
                <a:spcPts val="0"/>
              </a:spcAft>
              <a:buClr>
                <a:schemeClr val="accent4"/>
              </a:buClr>
              <a:buSzPts val="1800"/>
              <a:buNone/>
              <a:defRPr sz="2400">
                <a:solidFill>
                  <a:schemeClr val="accent4"/>
                </a:solidFill>
              </a:defRPr>
            </a:lvl1pPr>
            <a:lvl2pPr lvl="1" rtl="0">
              <a:spcBef>
                <a:spcPts val="0"/>
              </a:spcBef>
              <a:spcAft>
                <a:spcPts val="0"/>
              </a:spcAft>
              <a:buClr>
                <a:schemeClr val="accent4"/>
              </a:buClr>
              <a:buSzPts val="1800"/>
              <a:buNone/>
              <a:defRPr sz="2400">
                <a:solidFill>
                  <a:schemeClr val="accent4"/>
                </a:solidFill>
              </a:defRPr>
            </a:lvl2pPr>
            <a:lvl3pPr lvl="2" rtl="0">
              <a:spcBef>
                <a:spcPts val="0"/>
              </a:spcBef>
              <a:spcAft>
                <a:spcPts val="0"/>
              </a:spcAft>
              <a:buClr>
                <a:schemeClr val="accent4"/>
              </a:buClr>
              <a:buSzPts val="1800"/>
              <a:buNone/>
              <a:defRPr sz="2400">
                <a:solidFill>
                  <a:schemeClr val="accent4"/>
                </a:solidFill>
              </a:defRPr>
            </a:lvl3pPr>
            <a:lvl4pPr lvl="3" rtl="0">
              <a:spcBef>
                <a:spcPts val="0"/>
              </a:spcBef>
              <a:spcAft>
                <a:spcPts val="0"/>
              </a:spcAft>
              <a:buClr>
                <a:schemeClr val="accent4"/>
              </a:buClr>
              <a:buSzPts val="1800"/>
              <a:buNone/>
              <a:defRPr sz="2400">
                <a:solidFill>
                  <a:schemeClr val="accent4"/>
                </a:solidFill>
              </a:defRPr>
            </a:lvl4pPr>
            <a:lvl5pPr lvl="4" rtl="0">
              <a:spcBef>
                <a:spcPts val="0"/>
              </a:spcBef>
              <a:spcAft>
                <a:spcPts val="0"/>
              </a:spcAft>
              <a:buClr>
                <a:schemeClr val="accent4"/>
              </a:buClr>
              <a:buSzPts val="1800"/>
              <a:buNone/>
              <a:defRPr sz="2400">
                <a:solidFill>
                  <a:schemeClr val="accent4"/>
                </a:solidFill>
              </a:defRPr>
            </a:lvl5pPr>
            <a:lvl6pPr lvl="5" rtl="0">
              <a:spcBef>
                <a:spcPts val="0"/>
              </a:spcBef>
              <a:spcAft>
                <a:spcPts val="0"/>
              </a:spcAft>
              <a:buClr>
                <a:schemeClr val="accent4"/>
              </a:buClr>
              <a:buSzPts val="1800"/>
              <a:buNone/>
              <a:defRPr sz="2400">
                <a:solidFill>
                  <a:schemeClr val="accent4"/>
                </a:solidFill>
              </a:defRPr>
            </a:lvl6pPr>
            <a:lvl7pPr lvl="6" rtl="0">
              <a:spcBef>
                <a:spcPts val="0"/>
              </a:spcBef>
              <a:spcAft>
                <a:spcPts val="0"/>
              </a:spcAft>
              <a:buClr>
                <a:schemeClr val="accent4"/>
              </a:buClr>
              <a:buSzPts val="1800"/>
              <a:buNone/>
              <a:defRPr sz="2400">
                <a:solidFill>
                  <a:schemeClr val="accent4"/>
                </a:solidFill>
              </a:defRPr>
            </a:lvl7pPr>
            <a:lvl8pPr lvl="7" rtl="0">
              <a:spcBef>
                <a:spcPts val="0"/>
              </a:spcBef>
              <a:spcAft>
                <a:spcPts val="0"/>
              </a:spcAft>
              <a:buClr>
                <a:schemeClr val="accent4"/>
              </a:buClr>
              <a:buSzPts val="1800"/>
              <a:buNone/>
              <a:defRPr sz="2400">
                <a:solidFill>
                  <a:schemeClr val="accent4"/>
                </a:solidFill>
              </a:defRPr>
            </a:lvl8pPr>
            <a:lvl9pPr lvl="8" rtl="0">
              <a:spcBef>
                <a:spcPts val="0"/>
              </a:spcBef>
              <a:spcAft>
                <a:spcPts val="0"/>
              </a:spcAft>
              <a:buClr>
                <a:schemeClr val="accent4"/>
              </a:buClr>
              <a:buSzPts val="1800"/>
              <a:buNone/>
              <a:defRPr sz="2400">
                <a:solidFill>
                  <a:schemeClr val="accent4"/>
                </a:solidFill>
              </a:defRPr>
            </a:lvl9pPr>
          </a:lstStyle>
          <a:p>
            <a:endParaRPr/>
          </a:p>
        </p:txBody>
      </p:sp>
    </p:spTree>
    <p:extLst>
      <p:ext uri="{BB962C8B-B14F-4D97-AF65-F5344CB8AC3E}">
        <p14:creationId xmlns:p14="http://schemas.microsoft.com/office/powerpoint/2010/main" val="2963921781"/>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22"/>
        <p:cNvGrpSpPr/>
        <p:nvPr/>
      </p:nvGrpSpPr>
      <p:grpSpPr>
        <a:xfrm>
          <a:off x="0" y="0"/>
          <a:ext cx="0" cy="0"/>
          <a:chOff x="0" y="0"/>
          <a:chExt cx="0" cy="0"/>
        </a:xfrm>
      </p:grpSpPr>
      <p:pic>
        <p:nvPicPr>
          <p:cNvPr id="23" name="Google Shape;23;p5"/>
          <p:cNvPicPr preferRelativeResize="0"/>
          <p:nvPr/>
        </p:nvPicPr>
        <p:blipFill>
          <a:blip r:embed="rId2">
            <a:alphaModFix/>
          </a:blip>
          <a:stretch>
            <a:fillRect/>
          </a:stretch>
        </p:blipFill>
        <p:spPr>
          <a:xfrm>
            <a:off x="0" y="0"/>
            <a:ext cx="12192000" cy="6858000"/>
          </a:xfrm>
          <a:prstGeom prst="rect">
            <a:avLst/>
          </a:prstGeom>
          <a:noFill/>
          <a:ln>
            <a:noFill/>
          </a:ln>
        </p:spPr>
      </p:pic>
      <p:sp>
        <p:nvSpPr>
          <p:cNvPr id="24" name="Google Shape;24;p5"/>
          <p:cNvSpPr txBox="1">
            <a:spLocks noGrp="1"/>
          </p:cNvSpPr>
          <p:nvPr>
            <p:ph type="title"/>
          </p:nvPr>
        </p:nvSpPr>
        <p:spPr>
          <a:xfrm>
            <a:off x="774067" y="274633"/>
            <a:ext cx="8019200" cy="1143200"/>
          </a:xfrm>
          <a:prstGeom prst="rect">
            <a:avLst/>
          </a:prstGeom>
        </p:spPr>
        <p:txBody>
          <a:bodyPr spcFirstLastPara="1" wrap="square" lIns="0" tIns="0" rIns="0" bIns="0"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5" name="Google Shape;25;p5"/>
          <p:cNvSpPr txBox="1">
            <a:spLocks noGrp="1"/>
          </p:cNvSpPr>
          <p:nvPr>
            <p:ph type="body" idx="1"/>
          </p:nvPr>
        </p:nvSpPr>
        <p:spPr>
          <a:xfrm>
            <a:off x="774067" y="1803400"/>
            <a:ext cx="8019200" cy="4215600"/>
          </a:xfrm>
          <a:prstGeom prst="rect">
            <a:avLst/>
          </a:prstGeom>
        </p:spPr>
        <p:txBody>
          <a:bodyPr spcFirstLastPara="1" wrap="square" lIns="0" tIns="0" rIns="0" bIns="0" anchor="t" anchorCtr="0">
            <a:noAutofit/>
          </a:bodyPr>
          <a:lstStyle>
            <a:lvl1pPr marL="609585" lvl="0" indent="-507987">
              <a:spcBef>
                <a:spcPts val="800"/>
              </a:spcBef>
              <a:spcAft>
                <a:spcPts val="0"/>
              </a:spcAft>
              <a:buSzPts val="2400"/>
              <a:buChar char="⬡"/>
              <a:defRPr/>
            </a:lvl1pPr>
            <a:lvl2pPr marL="1219170" lvl="1" indent="-507987">
              <a:spcBef>
                <a:spcPts val="0"/>
              </a:spcBef>
              <a:spcAft>
                <a:spcPts val="0"/>
              </a:spcAft>
              <a:buSzPts val="2400"/>
              <a:buChar char="∙"/>
              <a:defRPr/>
            </a:lvl2pPr>
            <a:lvl3pPr marL="1828754" lvl="2" indent="-507987">
              <a:spcBef>
                <a:spcPts val="0"/>
              </a:spcBef>
              <a:spcAft>
                <a:spcPts val="0"/>
              </a:spcAft>
              <a:buSzPts val="2400"/>
              <a:buChar char="∙"/>
              <a:defRPr/>
            </a:lvl3pPr>
            <a:lvl4pPr marL="2438339" lvl="3" indent="-507987">
              <a:spcBef>
                <a:spcPts val="0"/>
              </a:spcBef>
              <a:spcAft>
                <a:spcPts val="0"/>
              </a:spcAft>
              <a:buSzPts val="2400"/>
              <a:buChar char="●"/>
              <a:defRPr/>
            </a:lvl4pPr>
            <a:lvl5pPr marL="3047924" lvl="4" indent="-507987">
              <a:spcBef>
                <a:spcPts val="0"/>
              </a:spcBef>
              <a:spcAft>
                <a:spcPts val="0"/>
              </a:spcAft>
              <a:buSzPts val="2400"/>
              <a:buChar char="○"/>
              <a:defRPr/>
            </a:lvl5pPr>
            <a:lvl6pPr marL="3657509" lvl="5" indent="-507987">
              <a:spcBef>
                <a:spcPts val="0"/>
              </a:spcBef>
              <a:spcAft>
                <a:spcPts val="0"/>
              </a:spcAft>
              <a:buSzPts val="2400"/>
              <a:buChar char="■"/>
              <a:defRPr/>
            </a:lvl6pPr>
            <a:lvl7pPr marL="4267093" lvl="6" indent="-507987">
              <a:spcBef>
                <a:spcPts val="0"/>
              </a:spcBef>
              <a:spcAft>
                <a:spcPts val="0"/>
              </a:spcAft>
              <a:buSzPts val="2400"/>
              <a:buChar char="●"/>
              <a:defRPr/>
            </a:lvl7pPr>
            <a:lvl8pPr marL="4876678" lvl="7" indent="-507987">
              <a:spcBef>
                <a:spcPts val="0"/>
              </a:spcBef>
              <a:spcAft>
                <a:spcPts val="0"/>
              </a:spcAft>
              <a:buSzPts val="2400"/>
              <a:buChar char="○"/>
              <a:defRPr/>
            </a:lvl8pPr>
            <a:lvl9pPr marL="5486263" lvl="8" indent="-507987">
              <a:spcBef>
                <a:spcPts val="0"/>
              </a:spcBef>
              <a:spcAft>
                <a:spcPts val="0"/>
              </a:spcAft>
              <a:buSzPts val="2400"/>
              <a:buChar char="■"/>
              <a:defRPr/>
            </a:lvl9pPr>
          </a:lstStyle>
          <a:p>
            <a:endParaRPr/>
          </a:p>
        </p:txBody>
      </p:sp>
      <p:sp>
        <p:nvSpPr>
          <p:cNvPr id="26" name="Google Shape;26;p5"/>
          <p:cNvSpPr txBox="1">
            <a:spLocks noGrp="1"/>
          </p:cNvSpPr>
          <p:nvPr>
            <p:ph type="sldNum" idx="12"/>
          </p:nvPr>
        </p:nvSpPr>
        <p:spPr>
          <a:xfrm>
            <a:off x="11307445" y="6333135"/>
            <a:ext cx="731600" cy="5248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dirty="0"/>
          </a:p>
        </p:txBody>
      </p:sp>
    </p:spTree>
    <p:extLst>
      <p:ext uri="{BB962C8B-B14F-4D97-AF65-F5344CB8AC3E}">
        <p14:creationId xmlns:p14="http://schemas.microsoft.com/office/powerpoint/2010/main" val="3545004562"/>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F031F-F05F-4243-A926-BAA376F5C7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99D481-728A-44C3-A92A-4064AEC08B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749D80-40E2-48A8-A63B-90BDC076FA6D}"/>
              </a:ext>
            </a:extLst>
          </p:cNvPr>
          <p:cNvSpPr>
            <a:spLocks noGrp="1"/>
          </p:cNvSpPr>
          <p:nvPr>
            <p:ph type="dt" sz="half" idx="10"/>
          </p:nvPr>
        </p:nvSpPr>
        <p:spPr/>
        <p:txBody>
          <a:bodyPr/>
          <a:lstStyle/>
          <a:p>
            <a:fld id="{0D825492-1EEF-4580-AEB2-79E36F707052}" type="datetimeFigureOut">
              <a:rPr lang="en-US" smtClean="0"/>
              <a:t>1/20/2024</a:t>
            </a:fld>
            <a:endParaRPr lang="en-US"/>
          </a:p>
        </p:txBody>
      </p:sp>
      <p:sp>
        <p:nvSpPr>
          <p:cNvPr id="5" name="Footer Placeholder 4">
            <a:extLst>
              <a:ext uri="{FF2B5EF4-FFF2-40B4-BE49-F238E27FC236}">
                <a16:creationId xmlns:a16="http://schemas.microsoft.com/office/drawing/2014/main" id="{27B2B89E-91EF-4365-B163-136111D7BD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FC590A-AFDD-4BE5-8B93-DE95881D0FA8}"/>
              </a:ext>
            </a:extLst>
          </p:cNvPr>
          <p:cNvSpPr>
            <a:spLocks noGrp="1"/>
          </p:cNvSpPr>
          <p:nvPr>
            <p:ph type="sldNum" sz="quarter" idx="12"/>
          </p:nvPr>
        </p:nvSpPr>
        <p:spPr/>
        <p:txBody>
          <a:bodyPr/>
          <a:lstStyle/>
          <a:p>
            <a:fld id="{349C7FD5-CF68-48F2-B2FA-58B946192B9A}" type="slidenum">
              <a:rPr lang="en-US" smtClean="0"/>
              <a:t>‹#›</a:t>
            </a:fld>
            <a:endParaRPr lang="en-US"/>
          </a:p>
        </p:txBody>
      </p:sp>
    </p:spTree>
    <p:extLst>
      <p:ext uri="{BB962C8B-B14F-4D97-AF65-F5344CB8AC3E}">
        <p14:creationId xmlns:p14="http://schemas.microsoft.com/office/powerpoint/2010/main" val="37447218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9B57A1-F2A7-415B-9DE6-7BC83AFE0D46}"/>
              </a:ext>
            </a:extLst>
          </p:cNvPr>
          <p:cNvSpPr>
            <a:spLocks noGrp="1"/>
          </p:cNvSpPr>
          <p:nvPr>
            <p:ph type="dt" sz="half" idx="10"/>
          </p:nvPr>
        </p:nvSpPr>
        <p:spPr/>
        <p:txBody>
          <a:bodyPr/>
          <a:lstStyle/>
          <a:p>
            <a:fld id="{B61EBB38-E1BD-45CE-BA5D-BB2BF72E4A2D}" type="datetimeFigureOut">
              <a:rPr lang="en-US" smtClean="0"/>
              <a:t>1/20/2024</a:t>
            </a:fld>
            <a:endParaRPr lang="en-US"/>
          </a:p>
        </p:txBody>
      </p:sp>
      <p:sp>
        <p:nvSpPr>
          <p:cNvPr id="3" name="Footer Placeholder 2">
            <a:extLst>
              <a:ext uri="{FF2B5EF4-FFF2-40B4-BE49-F238E27FC236}">
                <a16:creationId xmlns:a16="http://schemas.microsoft.com/office/drawing/2014/main" id="{705A0A7D-465B-4E4E-B491-6DE18B05B6C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3053535-75C7-466C-87AC-9D406F1724C6}"/>
              </a:ext>
            </a:extLst>
          </p:cNvPr>
          <p:cNvSpPr>
            <a:spLocks noGrp="1"/>
          </p:cNvSpPr>
          <p:nvPr>
            <p:ph type="sldNum" sz="quarter" idx="12"/>
          </p:nvPr>
        </p:nvSpPr>
        <p:spPr/>
        <p:txBody>
          <a:bodyPr/>
          <a:lstStyle/>
          <a:p>
            <a:fld id="{3373ADBA-AE70-435F-AB9A-BAE19E6AF204}" type="slidenum">
              <a:rPr lang="en-US" smtClean="0"/>
              <a:t>‹#›</a:t>
            </a:fld>
            <a:endParaRPr lang="en-US"/>
          </a:p>
        </p:txBody>
      </p:sp>
    </p:spTree>
    <p:extLst>
      <p:ext uri="{BB962C8B-B14F-4D97-AF65-F5344CB8AC3E}">
        <p14:creationId xmlns:p14="http://schemas.microsoft.com/office/powerpoint/2010/main" val="2578350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48618E9-EE2D-4864-9EEE-58939BD4FBBA}"/>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317D1EC0-23FF-4FC8-B22D-E34878EAA4CC}"/>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AB929A7-258C-4469-AAB4-A67D713F7A80}"/>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A635CDB-2D00-49D5-B26E-0694A25000C7}"/>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4288D7A-F857-418D-92F2-368E841B9F27}"/>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1084F50-7F3C-4A4A-877E-FFD9EC7CD88B}"/>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31E64C1-F4C0-4A94-B319-BB1A0A2450B5}"/>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63D8374-8052-417F-AB69-B97EAC43D513}"/>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7750734-4D51-4019-A003-38A3DE49B434}"/>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1B693D1-DBA2-4D3B-9B37-D9EE8C4112F4}"/>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CD3EA8-E4C0-4AF6-817F-F9F29157A499}"/>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A170FB3-B397-4AC9-85FD-65388F26D90A}"/>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E5EC0B9-49C7-4777-AEC5-B5EF8DE40498}"/>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902048B-30F7-4434-87A5-140F9BB4BEB1}"/>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500A6E2-A41C-4751-8A4E-9A0C5718D930}"/>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C259517-7BE7-45F9-81C0-3A6362BF143C}"/>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0652F56-7B71-42B2-AB68-22204A6DF177}"/>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059830E-1C3D-4D42-8789-524971CB4657}"/>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3325A7-86D3-4B52-A7E3-ADDF408B4067}"/>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D53F46F-EC12-484C-A4E7-791E57687AC1}"/>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64ED9CA-8950-47B8-A9ED-22B45CE15FB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4429F7B-9FD7-438F-8ECA-3FCAD0061805}"/>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C558100-D455-4B41-890C-BCC898B2D165}"/>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2886397-398A-4318-BE16-2CBAC1902F9E}"/>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D32A3A6-CE6E-4ABD-8522-2C8DC88C070E}"/>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9014C09-5B84-4798-8BDE-C80D76E67B8E}"/>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A29EB9E-ED9D-4C69-8A26-9A7A0A830569}"/>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A2899F9-1795-416F-8F3D-26EEB684DB6A}"/>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3043474-8625-495C-BD06-3627FD286C55}"/>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432CE47-7631-408E-8DDC-79EE378B707B}"/>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2C8832D-8B8D-4036-B913-2D363143274B}"/>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CCEFEAF-E87B-4FF2-A947-94CABAA0610D}"/>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43A7CD3-94E1-42A9-BAB7-2AFCD9FCBD10}"/>
              </a:ext>
            </a:extLst>
          </p:cNvPr>
          <p:cNvSpPr>
            <a:spLocks noGrp="1"/>
          </p:cNvSpPr>
          <p:nvPr>
            <p:ph type="ctrTitle"/>
          </p:nvPr>
        </p:nvSpPr>
        <p:spPr>
          <a:xfrm>
            <a:off x="691079" y="722903"/>
            <a:ext cx="10495904" cy="2460771"/>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467609B-8FD3-4FF7-8EBC-6619CA868B33}"/>
              </a:ext>
            </a:extLst>
          </p:cNvPr>
          <p:cNvSpPr>
            <a:spLocks noGrp="1"/>
          </p:cNvSpPr>
          <p:nvPr>
            <p:ph type="subTitle" idx="1"/>
          </p:nvPr>
        </p:nvSpPr>
        <p:spPr>
          <a:xfrm>
            <a:off x="691079" y="3428998"/>
            <a:ext cx="10495904" cy="2306639"/>
          </a:xfrm>
        </p:spPr>
        <p:txBody>
          <a:bodyPr/>
          <a:lstStyle>
            <a:lvl1pPr marL="0" indent="0" algn="l">
              <a:buNone/>
              <a:defRPr sz="24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39" name="Right Triangle 38">
            <a:extLst>
              <a:ext uri="{FF2B5EF4-FFF2-40B4-BE49-F238E27FC236}">
                <a16:creationId xmlns:a16="http://schemas.microsoft.com/office/drawing/2014/main" id="{2437C4A8-8E3A-4ADA-93B9-64737CE1ABB1}"/>
              </a:ext>
              <a:ext uri="{C183D7F6-B498-43B3-948B-1728B52AA6E4}">
                <adec:decorative xmlns:adec="http://schemas.microsoft.com/office/drawing/2017/decorative" val="1"/>
              </a:ext>
            </a:extLst>
          </p:cNvPr>
          <p:cNvSpPr/>
          <p:nvPr/>
        </p:nvSpPr>
        <p:spPr>
          <a:xfrm rot="13500000">
            <a:off x="-281093" y="2607909"/>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4" name="Date Placeholder 3">
            <a:extLst>
              <a:ext uri="{FF2B5EF4-FFF2-40B4-BE49-F238E27FC236}">
                <a16:creationId xmlns:a16="http://schemas.microsoft.com/office/drawing/2014/main" id="{ACC7A76F-3401-4F50-AE85-8F2AA247B99F}"/>
              </a:ext>
            </a:extLst>
          </p:cNvPr>
          <p:cNvSpPr>
            <a:spLocks noGrp="1"/>
          </p:cNvSpPr>
          <p:nvPr>
            <p:ph type="dt" sz="half" idx="10"/>
          </p:nvPr>
        </p:nvSpPr>
        <p:spPr/>
        <p:txBody>
          <a:bodyPr/>
          <a:lstStyle/>
          <a:p>
            <a:fld id="{8F72BA41-EC5B-4197-BCC8-0FD2E523CD7A}" type="datetimeFigureOut">
              <a:rPr lang="en-US" smtClean="0"/>
              <a:t>1/20/2024</a:t>
            </a:fld>
            <a:endParaRPr lang="en-US"/>
          </a:p>
        </p:txBody>
      </p:sp>
      <p:sp>
        <p:nvSpPr>
          <p:cNvPr id="5" name="Footer Placeholder 4">
            <a:extLst>
              <a:ext uri="{FF2B5EF4-FFF2-40B4-BE49-F238E27FC236}">
                <a16:creationId xmlns:a16="http://schemas.microsoft.com/office/drawing/2014/main" id="{DEF02E50-D34E-4DD4-8B3B-55D08F25F50A}"/>
              </a:ext>
            </a:extLst>
          </p:cNvPr>
          <p:cNvSpPr>
            <a:spLocks noGrp="1"/>
          </p:cNvSpPr>
          <p:nvPr>
            <p:ph type="ftr" sz="quarter" idx="11"/>
          </p:nvPr>
        </p:nvSpPr>
        <p:spPr>
          <a:xfrm>
            <a:off x="691079" y="236365"/>
            <a:ext cx="4114800" cy="417127"/>
          </a:xfrm>
        </p:spPr>
        <p:txBody>
          <a:bodyPr/>
          <a:lstStyle/>
          <a:p>
            <a:endParaRPr lang="en-US" dirty="0"/>
          </a:p>
        </p:txBody>
      </p:sp>
      <p:sp>
        <p:nvSpPr>
          <p:cNvPr id="6" name="Slide Number Placeholder 5">
            <a:extLst>
              <a:ext uri="{FF2B5EF4-FFF2-40B4-BE49-F238E27FC236}">
                <a16:creationId xmlns:a16="http://schemas.microsoft.com/office/drawing/2014/main" id="{37B53B71-D2FA-4DDC-9C9C-E26F7B591A8E}"/>
              </a:ext>
            </a:extLst>
          </p:cNvPr>
          <p:cNvSpPr>
            <a:spLocks noGrp="1"/>
          </p:cNvSpPr>
          <p:nvPr>
            <p:ph type="sldNum" sz="quarter" idx="12"/>
          </p:nvPr>
        </p:nvSpPr>
        <p:spPr/>
        <p:txBody>
          <a:bodyPr/>
          <a:lstStyle/>
          <a:p>
            <a:fld id="{BE15108C-154A-4A5A-9C05-91A49A422BA7}" type="slidenum">
              <a:rPr lang="en-US" smtClean="0"/>
              <a:t>‹#›</a:t>
            </a:fld>
            <a:endParaRPr lang="en-US"/>
          </a:p>
        </p:txBody>
      </p:sp>
      <p:pic>
        <p:nvPicPr>
          <p:cNvPr id="41" name="Picture 40" descr="Logo&#10;&#10;Description automatically generated">
            <a:extLst>
              <a:ext uri="{FF2B5EF4-FFF2-40B4-BE49-F238E27FC236}">
                <a16:creationId xmlns:a16="http://schemas.microsoft.com/office/drawing/2014/main" id="{6D9C3162-D925-43CD-9DE8-0FE35F21D15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09201" y="6017035"/>
            <a:ext cx="2523980" cy="752003"/>
          </a:xfrm>
          <a:prstGeom prst="rect">
            <a:avLst/>
          </a:prstGeom>
        </p:spPr>
      </p:pic>
    </p:spTree>
    <p:extLst>
      <p:ext uri="{BB962C8B-B14F-4D97-AF65-F5344CB8AC3E}">
        <p14:creationId xmlns:p14="http://schemas.microsoft.com/office/powerpoint/2010/main" val="14538461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CFDF5-4B31-4F1B-83BA-82A9510379F2}"/>
              </a:ext>
            </a:extLst>
          </p:cNvPr>
          <p:cNvSpPr>
            <a:spLocks noGrp="1"/>
          </p:cNvSpPr>
          <p:nvPr>
            <p:ph type="title"/>
          </p:nvPr>
        </p:nvSpPr>
        <p:spPr>
          <a:xfrm>
            <a:off x="691079" y="722903"/>
            <a:ext cx="10312571" cy="1354844"/>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14EC9A6-F718-4497-8A75-637EE17458E0}"/>
              </a:ext>
            </a:extLst>
          </p:cNvPr>
          <p:cNvSpPr>
            <a:spLocks noGrp="1"/>
          </p:cNvSpPr>
          <p:nvPr>
            <p:ph sz="half" idx="1"/>
          </p:nvPr>
        </p:nvSpPr>
        <p:spPr>
          <a:xfrm>
            <a:off x="691079" y="2345843"/>
            <a:ext cx="5009584" cy="3274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D503E57-9695-4508-9778-B3DB1FB5FAB6}"/>
              </a:ext>
            </a:extLst>
          </p:cNvPr>
          <p:cNvSpPr>
            <a:spLocks noGrp="1"/>
          </p:cNvSpPr>
          <p:nvPr>
            <p:ph sz="half" idx="2"/>
          </p:nvPr>
        </p:nvSpPr>
        <p:spPr>
          <a:xfrm>
            <a:off x="5935075" y="2345843"/>
            <a:ext cx="5068575" cy="3274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474CEE6-B9DC-4CCC-8F4C-0B4DADFB0195}"/>
              </a:ext>
            </a:extLst>
          </p:cNvPr>
          <p:cNvSpPr>
            <a:spLocks noGrp="1"/>
          </p:cNvSpPr>
          <p:nvPr>
            <p:ph type="dt" sz="half" idx="10"/>
          </p:nvPr>
        </p:nvSpPr>
        <p:spPr/>
        <p:txBody>
          <a:bodyPr/>
          <a:lstStyle/>
          <a:p>
            <a:fld id="{8F72BA41-EC5B-4197-BCC8-0FD2E523CD7A}" type="datetimeFigureOut">
              <a:rPr lang="en-US" smtClean="0"/>
              <a:t>1/20/2024</a:t>
            </a:fld>
            <a:endParaRPr lang="en-US"/>
          </a:p>
        </p:txBody>
      </p:sp>
      <p:sp>
        <p:nvSpPr>
          <p:cNvPr id="6" name="Footer Placeholder 5">
            <a:extLst>
              <a:ext uri="{FF2B5EF4-FFF2-40B4-BE49-F238E27FC236}">
                <a16:creationId xmlns:a16="http://schemas.microsoft.com/office/drawing/2014/main" id="{2AC85191-5804-47C9-95EB-D49D715737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6B0A03-44F6-4299-B45D-E07A023906F0}"/>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4144958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A458FF"/>
            </a:gs>
            <a:gs pos="39000">
              <a:srgbClr val="3544FF"/>
            </a:gs>
            <a:gs pos="100000">
              <a:srgbClr val="0A2F9E"/>
            </a:gs>
          </a:gsLst>
          <a:lin ang="8100019"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74067" y="274633"/>
            <a:ext cx="8019200" cy="1143200"/>
          </a:xfrm>
          <a:prstGeom prst="rect">
            <a:avLst/>
          </a:prstGeom>
          <a:noFill/>
          <a:ln>
            <a:noFill/>
          </a:ln>
        </p:spPr>
        <p:txBody>
          <a:bodyPr spcFirstLastPara="1" wrap="square" lIns="0" tIns="0" rIns="0" bIns="0" anchor="b" anchorCtr="0">
            <a:noAutofit/>
          </a:bodyPr>
          <a:lstStyle>
            <a:lvl1pPr lvl="0">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1pPr>
            <a:lvl2pPr lvl="1">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2pPr>
            <a:lvl3pPr lvl="2">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3pPr>
            <a:lvl4pPr lvl="3">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4pPr>
            <a:lvl5pPr lvl="4">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5pPr>
            <a:lvl6pPr lvl="5">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6pPr>
            <a:lvl7pPr lvl="6">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7pPr>
            <a:lvl8pPr lvl="7">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8pPr>
            <a:lvl9pPr lvl="8">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9pPr>
          </a:lstStyle>
          <a:p>
            <a:endParaRPr dirty="0"/>
          </a:p>
        </p:txBody>
      </p:sp>
      <p:sp>
        <p:nvSpPr>
          <p:cNvPr id="7" name="Google Shape;7;p1"/>
          <p:cNvSpPr txBox="1">
            <a:spLocks noGrp="1"/>
          </p:cNvSpPr>
          <p:nvPr>
            <p:ph type="body" idx="1"/>
          </p:nvPr>
        </p:nvSpPr>
        <p:spPr>
          <a:xfrm>
            <a:off x="774067" y="1803400"/>
            <a:ext cx="8019200" cy="4215600"/>
          </a:xfrm>
          <a:prstGeom prst="rect">
            <a:avLst/>
          </a:prstGeom>
          <a:noFill/>
          <a:ln>
            <a:noFill/>
          </a:ln>
        </p:spPr>
        <p:txBody>
          <a:bodyPr spcFirstLastPara="1" wrap="square" lIns="0" tIns="0" rIns="0" bIns="0" anchor="t" anchorCtr="0">
            <a:noAutofit/>
          </a:bodyPr>
          <a:lstStyle>
            <a:lvl1pPr marL="457200" lvl="0" indent="-342900">
              <a:lnSpc>
                <a:spcPct val="115000"/>
              </a:lnSpc>
              <a:spcBef>
                <a:spcPts val="600"/>
              </a:spcBef>
              <a:spcAft>
                <a:spcPts val="0"/>
              </a:spcAft>
              <a:buClr>
                <a:schemeClr val="accent5"/>
              </a:buClr>
              <a:buSzPts val="1800"/>
              <a:buFont typeface="Muli Regular"/>
              <a:buChar char="⬡"/>
              <a:defRPr sz="2400">
                <a:solidFill>
                  <a:schemeClr val="lt1"/>
                </a:solidFill>
                <a:latin typeface="Muli Regular"/>
                <a:ea typeface="Muli Regular"/>
                <a:cs typeface="Muli Regular"/>
                <a:sym typeface="Muli Regular"/>
              </a:defRPr>
            </a:lvl1pPr>
            <a:lvl2pPr marL="914400" lvl="1" indent="-381000">
              <a:lnSpc>
                <a:spcPct val="115000"/>
              </a:lnSpc>
              <a:spcBef>
                <a:spcPts val="0"/>
              </a:spcBef>
              <a:spcAft>
                <a:spcPts val="0"/>
              </a:spcAft>
              <a:buClr>
                <a:schemeClr val="accent5"/>
              </a:buClr>
              <a:buSzPts val="2400"/>
              <a:buFont typeface="Muli Regular"/>
              <a:buChar char="∙"/>
              <a:defRPr sz="2400">
                <a:solidFill>
                  <a:schemeClr val="lt1"/>
                </a:solidFill>
                <a:latin typeface="Muli Regular"/>
                <a:ea typeface="Muli Regular"/>
                <a:cs typeface="Muli Regular"/>
                <a:sym typeface="Muli Regular"/>
              </a:defRPr>
            </a:lvl2pPr>
            <a:lvl3pPr marL="1371600" lvl="2" indent="-381000">
              <a:lnSpc>
                <a:spcPct val="115000"/>
              </a:lnSpc>
              <a:spcBef>
                <a:spcPts val="0"/>
              </a:spcBef>
              <a:spcAft>
                <a:spcPts val="0"/>
              </a:spcAft>
              <a:buClr>
                <a:schemeClr val="accent5"/>
              </a:buClr>
              <a:buSzPts val="2400"/>
              <a:buFont typeface="Muli Regular"/>
              <a:buChar char="∙"/>
              <a:defRPr sz="2400">
                <a:solidFill>
                  <a:schemeClr val="lt1"/>
                </a:solidFill>
                <a:latin typeface="Muli Regular"/>
                <a:ea typeface="Muli Regular"/>
                <a:cs typeface="Muli Regular"/>
                <a:sym typeface="Muli Regular"/>
              </a:defRPr>
            </a:lvl3pPr>
            <a:lvl4pPr marL="1828800" lvl="3" indent="-381000">
              <a:lnSpc>
                <a:spcPct val="115000"/>
              </a:lnSpc>
              <a:spcBef>
                <a:spcPts val="0"/>
              </a:spcBef>
              <a:spcAft>
                <a:spcPts val="0"/>
              </a:spcAft>
              <a:buClr>
                <a:schemeClr val="lt1"/>
              </a:buClr>
              <a:buSzPts val="2400"/>
              <a:buFont typeface="Muli Regular"/>
              <a:buChar char="●"/>
              <a:defRPr sz="2400">
                <a:solidFill>
                  <a:schemeClr val="lt1"/>
                </a:solidFill>
                <a:latin typeface="Muli Regular"/>
                <a:ea typeface="Muli Regular"/>
                <a:cs typeface="Muli Regular"/>
                <a:sym typeface="Muli Regular"/>
              </a:defRPr>
            </a:lvl4pPr>
            <a:lvl5pPr marL="2286000" lvl="4" indent="-381000">
              <a:lnSpc>
                <a:spcPct val="115000"/>
              </a:lnSpc>
              <a:spcBef>
                <a:spcPts val="0"/>
              </a:spcBef>
              <a:spcAft>
                <a:spcPts val="0"/>
              </a:spcAft>
              <a:buClr>
                <a:schemeClr val="lt1"/>
              </a:buClr>
              <a:buSzPts val="2400"/>
              <a:buFont typeface="Muli Regular"/>
              <a:buChar char="○"/>
              <a:defRPr sz="2400">
                <a:solidFill>
                  <a:schemeClr val="lt1"/>
                </a:solidFill>
                <a:latin typeface="Muli Regular"/>
                <a:ea typeface="Muli Regular"/>
                <a:cs typeface="Muli Regular"/>
                <a:sym typeface="Muli Regular"/>
              </a:defRPr>
            </a:lvl5pPr>
            <a:lvl6pPr marL="2743200" lvl="5" indent="-381000">
              <a:lnSpc>
                <a:spcPct val="115000"/>
              </a:lnSpc>
              <a:spcBef>
                <a:spcPts val="0"/>
              </a:spcBef>
              <a:spcAft>
                <a:spcPts val="0"/>
              </a:spcAft>
              <a:buClr>
                <a:schemeClr val="lt1"/>
              </a:buClr>
              <a:buSzPts val="2400"/>
              <a:buFont typeface="Muli Regular"/>
              <a:buChar char="■"/>
              <a:defRPr sz="2400">
                <a:solidFill>
                  <a:schemeClr val="lt1"/>
                </a:solidFill>
                <a:latin typeface="Muli Regular"/>
                <a:ea typeface="Muli Regular"/>
                <a:cs typeface="Muli Regular"/>
                <a:sym typeface="Muli Regular"/>
              </a:defRPr>
            </a:lvl6pPr>
            <a:lvl7pPr marL="3200400" lvl="6" indent="-381000">
              <a:lnSpc>
                <a:spcPct val="115000"/>
              </a:lnSpc>
              <a:spcBef>
                <a:spcPts val="0"/>
              </a:spcBef>
              <a:spcAft>
                <a:spcPts val="0"/>
              </a:spcAft>
              <a:buClr>
                <a:schemeClr val="lt1"/>
              </a:buClr>
              <a:buSzPts val="2400"/>
              <a:buFont typeface="Muli Regular"/>
              <a:buChar char="●"/>
              <a:defRPr sz="2400">
                <a:solidFill>
                  <a:schemeClr val="lt1"/>
                </a:solidFill>
                <a:latin typeface="Muli Regular"/>
                <a:ea typeface="Muli Regular"/>
                <a:cs typeface="Muli Regular"/>
                <a:sym typeface="Muli Regular"/>
              </a:defRPr>
            </a:lvl7pPr>
            <a:lvl8pPr marL="3657600" lvl="7" indent="-381000">
              <a:lnSpc>
                <a:spcPct val="115000"/>
              </a:lnSpc>
              <a:spcBef>
                <a:spcPts val="0"/>
              </a:spcBef>
              <a:spcAft>
                <a:spcPts val="0"/>
              </a:spcAft>
              <a:buClr>
                <a:schemeClr val="lt1"/>
              </a:buClr>
              <a:buSzPts val="2400"/>
              <a:buFont typeface="Muli Regular"/>
              <a:buChar char="○"/>
              <a:defRPr sz="2400">
                <a:solidFill>
                  <a:schemeClr val="lt1"/>
                </a:solidFill>
                <a:latin typeface="Muli Regular"/>
                <a:ea typeface="Muli Regular"/>
                <a:cs typeface="Muli Regular"/>
                <a:sym typeface="Muli Regular"/>
              </a:defRPr>
            </a:lvl8pPr>
            <a:lvl9pPr marL="4114800" lvl="8" indent="-381000">
              <a:lnSpc>
                <a:spcPct val="115000"/>
              </a:lnSpc>
              <a:spcBef>
                <a:spcPts val="0"/>
              </a:spcBef>
              <a:spcAft>
                <a:spcPts val="0"/>
              </a:spcAft>
              <a:buClr>
                <a:schemeClr val="lt1"/>
              </a:buClr>
              <a:buSzPts val="2400"/>
              <a:buFont typeface="Muli Regular"/>
              <a:buChar char="■"/>
              <a:defRPr sz="2400">
                <a:solidFill>
                  <a:schemeClr val="lt1"/>
                </a:solidFill>
                <a:latin typeface="Muli Regular"/>
                <a:ea typeface="Muli Regular"/>
                <a:cs typeface="Muli Regular"/>
                <a:sym typeface="Muli Regular"/>
              </a:defRPr>
            </a:lvl9pPr>
          </a:lstStyle>
          <a:p>
            <a:endParaRPr dirty="0"/>
          </a:p>
        </p:txBody>
      </p:sp>
      <p:sp>
        <p:nvSpPr>
          <p:cNvPr id="8" name="Google Shape;8;p1"/>
          <p:cNvSpPr txBox="1">
            <a:spLocks noGrp="1"/>
          </p:cNvSpPr>
          <p:nvPr>
            <p:ph type="sldNum" idx="12"/>
          </p:nvPr>
        </p:nvSpPr>
        <p:spPr>
          <a:xfrm>
            <a:off x="11307445" y="6333135"/>
            <a:ext cx="731600" cy="524800"/>
          </a:xfrm>
          <a:prstGeom prst="rect">
            <a:avLst/>
          </a:prstGeom>
          <a:noFill/>
          <a:ln>
            <a:noFill/>
          </a:ln>
        </p:spPr>
        <p:txBody>
          <a:bodyPr spcFirstLastPara="1" wrap="square" lIns="0" tIns="0" rIns="0" bIns="0" anchor="ctr" anchorCtr="0">
            <a:noAutofit/>
          </a:bodyPr>
          <a:lstStyle>
            <a:lvl1pPr lvl="0" algn="r">
              <a:buNone/>
              <a:defRPr sz="1733">
                <a:solidFill>
                  <a:schemeClr val="lt1"/>
                </a:solidFill>
                <a:effectLst/>
                <a:latin typeface="Lexend Deca"/>
                <a:ea typeface="Lexend Deca"/>
                <a:cs typeface="Lexend Deca"/>
                <a:sym typeface="Lexend Deca"/>
              </a:defRPr>
            </a:lvl1pPr>
            <a:lvl2pPr lvl="1" algn="r">
              <a:buNone/>
              <a:defRPr sz="1733">
                <a:solidFill>
                  <a:schemeClr val="lt1"/>
                </a:solidFill>
                <a:latin typeface="Lexend Deca"/>
                <a:ea typeface="Lexend Deca"/>
                <a:cs typeface="Lexend Deca"/>
                <a:sym typeface="Lexend Deca"/>
              </a:defRPr>
            </a:lvl2pPr>
            <a:lvl3pPr lvl="2" algn="r">
              <a:buNone/>
              <a:defRPr sz="1733">
                <a:solidFill>
                  <a:schemeClr val="lt1"/>
                </a:solidFill>
                <a:latin typeface="Lexend Deca"/>
                <a:ea typeface="Lexend Deca"/>
                <a:cs typeface="Lexend Deca"/>
                <a:sym typeface="Lexend Deca"/>
              </a:defRPr>
            </a:lvl3pPr>
            <a:lvl4pPr lvl="3" algn="r">
              <a:buNone/>
              <a:defRPr sz="1733">
                <a:solidFill>
                  <a:schemeClr val="lt1"/>
                </a:solidFill>
                <a:latin typeface="Lexend Deca"/>
                <a:ea typeface="Lexend Deca"/>
                <a:cs typeface="Lexend Deca"/>
                <a:sym typeface="Lexend Deca"/>
              </a:defRPr>
            </a:lvl4pPr>
            <a:lvl5pPr lvl="4" algn="r">
              <a:buNone/>
              <a:defRPr sz="1733">
                <a:solidFill>
                  <a:schemeClr val="lt1"/>
                </a:solidFill>
                <a:latin typeface="Lexend Deca"/>
                <a:ea typeface="Lexend Deca"/>
                <a:cs typeface="Lexend Deca"/>
                <a:sym typeface="Lexend Deca"/>
              </a:defRPr>
            </a:lvl5pPr>
            <a:lvl6pPr lvl="5" algn="r">
              <a:buNone/>
              <a:defRPr sz="1733">
                <a:solidFill>
                  <a:schemeClr val="lt1"/>
                </a:solidFill>
                <a:latin typeface="Lexend Deca"/>
                <a:ea typeface="Lexend Deca"/>
                <a:cs typeface="Lexend Deca"/>
                <a:sym typeface="Lexend Deca"/>
              </a:defRPr>
            </a:lvl6pPr>
            <a:lvl7pPr lvl="6" algn="r">
              <a:buNone/>
              <a:defRPr sz="1733">
                <a:solidFill>
                  <a:schemeClr val="lt1"/>
                </a:solidFill>
                <a:latin typeface="Lexend Deca"/>
                <a:ea typeface="Lexend Deca"/>
                <a:cs typeface="Lexend Deca"/>
                <a:sym typeface="Lexend Deca"/>
              </a:defRPr>
            </a:lvl7pPr>
            <a:lvl8pPr lvl="7" algn="r">
              <a:buNone/>
              <a:defRPr sz="1733">
                <a:solidFill>
                  <a:schemeClr val="lt1"/>
                </a:solidFill>
                <a:latin typeface="Lexend Deca"/>
                <a:ea typeface="Lexend Deca"/>
                <a:cs typeface="Lexend Deca"/>
                <a:sym typeface="Lexend Deca"/>
              </a:defRPr>
            </a:lvl8pPr>
            <a:lvl9pPr lvl="8" algn="r">
              <a:buNone/>
              <a:defRPr sz="1733">
                <a:solidFill>
                  <a:schemeClr val="lt1"/>
                </a:solidFill>
                <a:latin typeface="Lexend Deca"/>
                <a:ea typeface="Lexend Deca"/>
                <a:cs typeface="Lexend Deca"/>
                <a:sym typeface="Lexend Deca"/>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132250526"/>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effectLst/>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effectLst/>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hyperlink" Target="http://localhost:8888/notebooks/Final%20Project/Final_Project/notebooks/I-Score"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localhost:8888/notebooks/Final%20Project/Final_Project/notebooks/3-EDA_Notebook.ipynb#%E2%80%A2--The-importance-of-EDA-not-only-apply-analytics-and-have--bussiness-insights-but-also-know-which-model-suits-us-for-machine-learing-and-thus-we-reduce-the-time-and-space-complexity-of-the-next-phases"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localhost:8888/notebooks/Final%20Project/Final_Project/notebooks/4-Preprocessing_Data_Notebook.ipynb#%E2%80%A2--Machine-undestand-only-0-and-1-(numbers)-so-we-need-to-convert-all-columns-to-this-formula-even-if-they-were-categorical"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localhost:8888/notebooks/Final%20Project/Final_Project/notebooks/5-Modeling_and_Evaluation_Notebook.ipynb#%E2%80%A2-In-case-of-any-overfitting-happens-we-will-move-to-hyper-tuning-phase-and-apply-some-feature-selection-see-which-redunant-features-and-which-is-more-important"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s://webappfinalproject-samcc5ldyserhfhxqoarel.streamlit.app/"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hyperlink" Target="http://localhost:8888/notebooks/Final%20Project/Final_Project/notebooks/7-Deployment_Notebook.ipynb#%E2%80%A2-The-last-page-for-dashboard-which-containes-predictions-and-alot-of-visuals-with-side-bar-has-filters"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1" name="Google Shape;151;p22"/>
          <p:cNvSpPr txBox="1">
            <a:spLocks noGrp="1"/>
          </p:cNvSpPr>
          <p:nvPr>
            <p:ph type="body" idx="1"/>
          </p:nvPr>
        </p:nvSpPr>
        <p:spPr>
          <a:xfrm>
            <a:off x="226124" y="463152"/>
            <a:ext cx="11011533" cy="2866000"/>
          </a:xfrm>
          <a:prstGeom prst="rect">
            <a:avLst/>
          </a:prstGeom>
        </p:spPr>
        <p:txBody>
          <a:bodyPr spcFirstLastPara="1" wrap="square" lIns="0" tIns="0" rIns="0" bIns="0" anchor="t" anchorCtr="0">
            <a:noAutofit/>
          </a:bodyPr>
          <a:lstStyle/>
          <a:p>
            <a:pPr marL="0" indent="0">
              <a:buNone/>
            </a:pPr>
            <a:r>
              <a:rPr lang="en-US" sz="4267" dirty="0">
                <a:effectLst>
                  <a:outerShdw blurRad="38100" dist="38100" dir="2700000" algn="tl">
                    <a:srgbClr val="000000">
                      <a:alpha val="43137"/>
                    </a:srgbClr>
                  </a:outerShdw>
                </a:effectLst>
              </a:rPr>
              <a:t>Credit Score Classification</a:t>
            </a:r>
          </a:p>
          <a:p>
            <a:pPr marL="0" indent="0">
              <a:buNone/>
            </a:pPr>
            <a:endParaRPr lang="en-US" sz="1867" dirty="0">
              <a:effectLst>
                <a:outerShdw blurRad="38100" dist="38100" dir="2700000" algn="tl">
                  <a:srgbClr val="000000">
                    <a:alpha val="43137"/>
                  </a:srgbClr>
                </a:outerShdw>
              </a:effectLst>
            </a:endParaRPr>
          </a:p>
          <a:p>
            <a:pPr marL="457189" indent="-457189"/>
            <a:r>
              <a:rPr lang="en-US" sz="1867" dirty="0">
                <a:effectLst>
                  <a:outerShdw blurRad="38100" dist="38100" dir="2700000" algn="tl">
                    <a:srgbClr val="000000">
                      <a:alpha val="43137"/>
                    </a:srgbClr>
                  </a:outerShdw>
                </a:effectLst>
              </a:rPr>
              <a:t>Project Abstraction</a:t>
            </a:r>
          </a:p>
          <a:p>
            <a:pPr marL="457189" indent="-457189"/>
            <a:r>
              <a:rPr lang="en-US" sz="1867" dirty="0">
                <a:effectLst>
                  <a:outerShdw blurRad="38100" dist="38100" dir="2700000" algn="tl">
                    <a:srgbClr val="000000">
                      <a:alpha val="43137"/>
                    </a:srgbClr>
                  </a:outerShdw>
                </a:effectLst>
              </a:rPr>
              <a:t>Cleansing Process</a:t>
            </a:r>
          </a:p>
          <a:p>
            <a:pPr marL="457189" indent="-457189"/>
            <a:r>
              <a:rPr lang="en-US" sz="1867" dirty="0">
                <a:effectLst>
                  <a:outerShdw blurRad="38100" dist="38100" dir="2700000" algn="tl">
                    <a:srgbClr val="000000">
                      <a:alpha val="43137"/>
                    </a:srgbClr>
                  </a:outerShdw>
                </a:effectLst>
              </a:rPr>
              <a:t>Feature Engineering Process</a:t>
            </a:r>
          </a:p>
          <a:p>
            <a:pPr marL="457189" indent="-457189"/>
            <a:r>
              <a:rPr lang="en-US" sz="1867" dirty="0">
                <a:effectLst>
                  <a:outerShdw blurRad="38100" dist="38100" dir="2700000" algn="tl">
                    <a:srgbClr val="000000">
                      <a:alpha val="43137"/>
                    </a:srgbClr>
                  </a:outerShdw>
                </a:effectLst>
              </a:rPr>
              <a:t>EDA Process</a:t>
            </a:r>
          </a:p>
          <a:p>
            <a:pPr marL="1066773" lvl="1" indent="-457189"/>
            <a:r>
              <a:rPr lang="en-US" sz="1867" dirty="0">
                <a:effectLst>
                  <a:outerShdw blurRad="38100" dist="38100" dir="2700000" algn="tl">
                    <a:srgbClr val="000000">
                      <a:alpha val="43137"/>
                    </a:srgbClr>
                  </a:outerShdw>
                </a:effectLst>
              </a:rPr>
              <a:t>Data Analysis</a:t>
            </a:r>
          </a:p>
          <a:p>
            <a:pPr marL="1066773" lvl="1" indent="-457189"/>
            <a:r>
              <a:rPr lang="en-US" sz="1867" dirty="0">
                <a:effectLst>
                  <a:outerShdw blurRad="38100" dist="38100" dir="2700000" algn="tl">
                    <a:srgbClr val="000000">
                      <a:alpha val="43137"/>
                    </a:srgbClr>
                  </a:outerShdw>
                </a:effectLst>
              </a:rPr>
              <a:t>Business Insights</a:t>
            </a:r>
          </a:p>
          <a:p>
            <a:pPr marL="1066773" lvl="1" indent="-457189"/>
            <a:r>
              <a:rPr lang="en-US" sz="1867" dirty="0">
                <a:effectLst>
                  <a:outerShdw blurRad="38100" dist="38100" dir="2700000" algn="tl">
                    <a:srgbClr val="000000">
                      <a:alpha val="43137"/>
                    </a:srgbClr>
                  </a:outerShdw>
                </a:effectLst>
              </a:rPr>
              <a:t>Model Decision</a:t>
            </a:r>
          </a:p>
          <a:p>
            <a:pPr marL="457189" indent="-457189"/>
            <a:r>
              <a:rPr lang="en-US" sz="1867" dirty="0">
                <a:effectLst>
                  <a:outerShdw blurRad="38100" dist="38100" dir="2700000" algn="tl">
                    <a:srgbClr val="000000">
                      <a:alpha val="43137"/>
                    </a:srgbClr>
                  </a:outerShdw>
                </a:effectLst>
              </a:rPr>
              <a:t>Preprocessing Process</a:t>
            </a:r>
          </a:p>
          <a:p>
            <a:pPr marL="457189" indent="-457189"/>
            <a:r>
              <a:rPr lang="en-US" sz="1867" dirty="0">
                <a:effectLst>
                  <a:outerShdw blurRad="38100" dist="38100" dir="2700000" algn="tl">
                    <a:srgbClr val="000000">
                      <a:alpha val="43137"/>
                    </a:srgbClr>
                  </a:outerShdw>
                </a:effectLst>
              </a:rPr>
              <a:t>Modeling and Evaluation</a:t>
            </a:r>
          </a:p>
          <a:p>
            <a:pPr marL="457189" indent="-457189"/>
            <a:r>
              <a:rPr lang="en-US" sz="1867" dirty="0">
                <a:effectLst>
                  <a:outerShdw blurRad="38100" dist="38100" dir="2700000" algn="tl">
                    <a:srgbClr val="000000">
                      <a:alpha val="43137"/>
                    </a:srgbClr>
                  </a:outerShdw>
                </a:effectLst>
              </a:rPr>
              <a:t>Hyper Tuning </a:t>
            </a:r>
          </a:p>
          <a:p>
            <a:pPr marL="457189" indent="-457189"/>
            <a:r>
              <a:rPr lang="en-US" sz="1867">
                <a:effectLst>
                  <a:outerShdw blurRad="38100" dist="38100" dir="2700000" algn="tl">
                    <a:srgbClr val="000000">
                      <a:alpha val="43137"/>
                    </a:srgbClr>
                  </a:outerShdw>
                </a:effectLst>
              </a:rPr>
              <a:t>Deploytment</a:t>
            </a:r>
            <a:endParaRPr lang="en-US" sz="1867"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97066639"/>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1" name="Google Shape;151;p22"/>
          <p:cNvSpPr txBox="1">
            <a:spLocks noGrp="1"/>
          </p:cNvSpPr>
          <p:nvPr>
            <p:ph type="body" idx="1"/>
          </p:nvPr>
        </p:nvSpPr>
        <p:spPr>
          <a:xfrm>
            <a:off x="226124" y="463152"/>
            <a:ext cx="11011533" cy="2866000"/>
          </a:xfrm>
          <a:prstGeom prst="rect">
            <a:avLst/>
          </a:prstGeom>
        </p:spPr>
        <p:txBody>
          <a:bodyPr spcFirstLastPara="1" wrap="square" lIns="0" tIns="0" rIns="0" bIns="0" anchor="t" anchorCtr="0">
            <a:noAutofit/>
          </a:bodyPr>
          <a:lstStyle/>
          <a:p>
            <a:pPr marL="0" indent="0">
              <a:buNone/>
            </a:pPr>
            <a:r>
              <a:rPr lang="en-US" sz="4267" dirty="0">
                <a:effectLst>
                  <a:outerShdw blurRad="38100" dist="38100" dir="2700000" algn="tl">
                    <a:srgbClr val="000000">
                      <a:alpha val="43137"/>
                    </a:srgbClr>
                  </a:outerShdw>
                </a:effectLst>
              </a:rPr>
              <a:t>Project Abstraction</a:t>
            </a:r>
          </a:p>
          <a:p>
            <a:pPr marL="0" indent="0">
              <a:buNone/>
            </a:pPr>
            <a:endParaRPr lang="en-US" sz="1867" dirty="0">
              <a:effectLst>
                <a:outerShdw blurRad="38100" dist="38100" dir="2700000" algn="tl">
                  <a:srgbClr val="000000">
                    <a:alpha val="43137"/>
                  </a:srgbClr>
                </a:outerShdw>
              </a:effectLst>
            </a:endParaRPr>
          </a:p>
          <a:p>
            <a:pPr algn="l"/>
            <a:r>
              <a:rPr lang="en-US" sz="1600" b="1" i="0" dirty="0">
                <a:solidFill>
                  <a:schemeClr val="bg1"/>
                </a:solidFill>
                <a:effectLst/>
                <a:latin typeface="Helvetica Neue"/>
              </a:rPr>
              <a:t>In our recent years banks represent special role during our daily transactions </a:t>
            </a:r>
            <a:r>
              <a:rPr lang="en-US" sz="1600" b="1" i="0" dirty="0" err="1">
                <a:solidFill>
                  <a:schemeClr val="bg1"/>
                </a:solidFill>
                <a:effectLst/>
                <a:latin typeface="Helvetica Neue"/>
              </a:rPr>
              <a:t>wether</a:t>
            </a:r>
            <a:r>
              <a:rPr lang="en-US" sz="1600" b="1" i="0" dirty="0">
                <a:solidFill>
                  <a:schemeClr val="bg1"/>
                </a:solidFill>
                <a:effectLst/>
                <a:latin typeface="Helvetica Neue"/>
              </a:rPr>
              <a:t> you buy or sell and it is very important to choose your customer carefully if you want to buy some thing , As retails or B2C companies they need to make sure about the </a:t>
            </a:r>
            <a:r>
              <a:rPr lang="en-US" sz="1600" b="1" i="0" dirty="0" err="1">
                <a:solidFill>
                  <a:schemeClr val="bg1"/>
                </a:solidFill>
                <a:effectLst/>
                <a:latin typeface="Helvetica Neue"/>
              </a:rPr>
              <a:t>inancial</a:t>
            </a:r>
            <a:r>
              <a:rPr lang="en-US" sz="1600" b="1" i="0" dirty="0">
                <a:solidFill>
                  <a:schemeClr val="bg1"/>
                </a:solidFill>
                <a:effectLst/>
                <a:latin typeface="Helvetica Neue"/>
              </a:rPr>
              <a:t> matters of the client in the future so bankers create a smart index called 'I Score' which </a:t>
            </a:r>
            <a:r>
              <a:rPr lang="en-US" sz="1600" b="1" i="0" dirty="0" err="1">
                <a:solidFill>
                  <a:schemeClr val="bg1"/>
                </a:solidFill>
                <a:effectLst/>
                <a:latin typeface="Helvetica Neue"/>
              </a:rPr>
              <a:t>referes</a:t>
            </a:r>
            <a:r>
              <a:rPr lang="en-US" sz="1600" b="1" i="0" dirty="0">
                <a:solidFill>
                  <a:schemeClr val="bg1"/>
                </a:solidFill>
                <a:effectLst/>
                <a:latin typeface="Helvetica Neue"/>
              </a:rPr>
              <a:t> to the future credit score classification .</a:t>
            </a:r>
            <a:r>
              <a:rPr lang="en-US" sz="1600" b="1" i="0" u="none" strike="noStrike" dirty="0">
                <a:solidFill>
                  <a:schemeClr val="bg1"/>
                </a:solidFill>
                <a:effectLst/>
                <a:latin typeface="Helvetica Neue"/>
                <a:hlinkClick r:id="rId3" action="ppaction://hlinkfile">
                  <a:extLst>
                    <a:ext uri="{A12FA001-AC4F-418D-AE19-62706E023703}">
                      <ahyp:hlinkClr xmlns:ahyp="http://schemas.microsoft.com/office/drawing/2018/hyperlinkcolor" val="tx"/>
                    </a:ext>
                  </a:extLst>
                </a:hlinkClick>
              </a:rPr>
              <a:t>¶</a:t>
            </a:r>
            <a:endParaRPr lang="en-US" sz="1600" b="1" i="0" dirty="0">
              <a:solidFill>
                <a:schemeClr val="bg1"/>
              </a:solidFill>
              <a:effectLst/>
              <a:latin typeface="Helvetica Neue"/>
            </a:endParaRPr>
          </a:p>
          <a:p>
            <a:pPr algn="l"/>
            <a:r>
              <a:rPr lang="en-US" sz="1600" b="1" i="0" dirty="0">
                <a:solidFill>
                  <a:schemeClr val="bg1"/>
                </a:solidFill>
                <a:effectLst/>
                <a:latin typeface="Helvetica Neue"/>
              </a:rPr>
              <a:t>This index save too much cost and time for customer selection and make the decision of installment for each client very easy</a:t>
            </a:r>
          </a:p>
          <a:p>
            <a:pPr marL="457189" indent="-457189"/>
            <a:r>
              <a:rPr lang="en-US" sz="1600" b="1" i="0" dirty="0">
                <a:solidFill>
                  <a:schemeClr val="bg1"/>
                </a:solidFill>
                <a:effectLst/>
                <a:latin typeface="Helvetica Neue"/>
              </a:rPr>
              <a:t>Hence we are coming to the role of machine learning and computational systems not only show the score of the client but also predict this score in the future</a:t>
            </a:r>
          </a:p>
          <a:p>
            <a:pPr marL="457189" indent="-457189"/>
            <a:endParaRPr lang="en-US" sz="1867" dirty="0">
              <a:effectLst>
                <a:outerShdw blurRad="38100" dist="38100" dir="2700000" algn="tl">
                  <a:srgbClr val="000000">
                    <a:alpha val="43137"/>
                  </a:srgbClr>
                </a:outerShdw>
              </a:effectLst>
            </a:endParaRPr>
          </a:p>
          <a:p>
            <a:pPr marL="101598" indent="0" algn="l">
              <a:buNone/>
            </a:pPr>
            <a:endParaRPr lang="en-US" sz="1600" b="1" i="0" dirty="0">
              <a:solidFill>
                <a:schemeClr val="bg1"/>
              </a:solidFill>
              <a:effectLst/>
              <a:latin typeface="Helvetica Neue"/>
            </a:endParaRPr>
          </a:p>
          <a:p>
            <a:pPr algn="l"/>
            <a:r>
              <a:rPr lang="en-US" sz="1600" b="1" i="0" dirty="0">
                <a:solidFill>
                  <a:schemeClr val="bg1"/>
                </a:solidFill>
                <a:effectLst/>
                <a:latin typeface="Helvetica Neue"/>
              </a:rPr>
              <a:t>Our goal is : building strong predictive model allows us later to use it with coming data for prediction purposes .</a:t>
            </a:r>
          </a:p>
          <a:p>
            <a:pPr marL="0" indent="0">
              <a:buNone/>
            </a:pPr>
            <a:endParaRPr lang="en-US" sz="1867"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547113217"/>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1" name="Google Shape;151;p22"/>
          <p:cNvSpPr txBox="1">
            <a:spLocks noGrp="1"/>
          </p:cNvSpPr>
          <p:nvPr>
            <p:ph type="body" idx="1"/>
          </p:nvPr>
        </p:nvSpPr>
        <p:spPr>
          <a:xfrm>
            <a:off x="226124" y="463152"/>
            <a:ext cx="11011533" cy="2866000"/>
          </a:xfrm>
          <a:prstGeom prst="rect">
            <a:avLst/>
          </a:prstGeom>
        </p:spPr>
        <p:txBody>
          <a:bodyPr spcFirstLastPara="1" wrap="square" lIns="0" tIns="0" rIns="0" bIns="0" anchor="t" anchorCtr="0">
            <a:noAutofit/>
          </a:bodyPr>
          <a:lstStyle/>
          <a:p>
            <a:pPr marL="0" indent="0">
              <a:buNone/>
            </a:pPr>
            <a:r>
              <a:rPr lang="en-US" sz="4267" dirty="0">
                <a:effectLst>
                  <a:outerShdw blurRad="38100" dist="38100" dir="2700000" algn="tl">
                    <a:srgbClr val="000000">
                      <a:alpha val="43137"/>
                    </a:srgbClr>
                  </a:outerShdw>
                </a:effectLst>
              </a:rPr>
              <a:t>Project Structure</a:t>
            </a:r>
          </a:p>
          <a:p>
            <a:pPr marL="0" indent="0">
              <a:buNone/>
            </a:pPr>
            <a:endParaRPr lang="en-US" sz="1867" dirty="0">
              <a:effectLst>
                <a:outerShdw blurRad="38100" dist="38100" dir="2700000" algn="tl">
                  <a:srgbClr val="000000">
                    <a:alpha val="43137"/>
                  </a:srgbClr>
                </a:outerShdw>
              </a:effectLst>
            </a:endParaRPr>
          </a:p>
          <a:p>
            <a:pPr marL="0" indent="0">
              <a:buNone/>
            </a:pPr>
            <a:endParaRPr lang="en-US" sz="1867" dirty="0">
              <a:effectLst>
                <a:outerShdw blurRad="38100" dist="38100" dir="2700000" algn="tl">
                  <a:srgbClr val="000000">
                    <a:alpha val="43137"/>
                  </a:srgbClr>
                </a:outerShdw>
              </a:effectLst>
            </a:endParaRPr>
          </a:p>
        </p:txBody>
      </p:sp>
      <p:pic>
        <p:nvPicPr>
          <p:cNvPr id="3" name="Picture 2" descr="A diagram of workflow&#10;&#10;Description automatically generated">
            <a:extLst>
              <a:ext uri="{FF2B5EF4-FFF2-40B4-BE49-F238E27FC236}">
                <a16:creationId xmlns:a16="http://schemas.microsoft.com/office/drawing/2014/main" id="{9D076F3D-D625-37CD-9214-7AD4FB704F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52038"/>
            <a:ext cx="12192000" cy="5305962"/>
          </a:xfrm>
          <a:prstGeom prst="rect">
            <a:avLst/>
          </a:prstGeom>
        </p:spPr>
      </p:pic>
    </p:spTree>
    <p:extLst>
      <p:ext uri="{BB962C8B-B14F-4D97-AF65-F5344CB8AC3E}">
        <p14:creationId xmlns:p14="http://schemas.microsoft.com/office/powerpoint/2010/main" val="13297771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1" name="Google Shape;151;p22"/>
          <p:cNvSpPr txBox="1">
            <a:spLocks noGrp="1"/>
          </p:cNvSpPr>
          <p:nvPr>
            <p:ph type="body" idx="1"/>
          </p:nvPr>
        </p:nvSpPr>
        <p:spPr>
          <a:xfrm>
            <a:off x="226124" y="463152"/>
            <a:ext cx="11011533" cy="2866000"/>
          </a:xfrm>
          <a:prstGeom prst="rect">
            <a:avLst/>
          </a:prstGeom>
        </p:spPr>
        <p:txBody>
          <a:bodyPr spcFirstLastPara="1" wrap="square" lIns="0" tIns="0" rIns="0" bIns="0" anchor="t" anchorCtr="0">
            <a:noAutofit/>
          </a:bodyPr>
          <a:lstStyle/>
          <a:p>
            <a:pPr marL="0" indent="0">
              <a:buNone/>
            </a:pPr>
            <a:r>
              <a:rPr lang="en-US" sz="1800" dirty="0">
                <a:effectLst>
                  <a:outerShdw blurRad="38100" dist="38100" dir="2700000" algn="tl">
                    <a:srgbClr val="000000">
                      <a:alpha val="43137"/>
                    </a:srgbClr>
                  </a:outerShdw>
                </a:effectLst>
              </a:rPr>
              <a:t>Data Description</a:t>
            </a:r>
          </a:p>
          <a:p>
            <a:pPr algn="l"/>
            <a:r>
              <a:rPr lang="en-US" sz="1200" b="1" i="0" dirty="0">
                <a:solidFill>
                  <a:schemeClr val="bg1"/>
                </a:solidFill>
                <a:effectLst/>
                <a:latin typeface="Helvetica Neue"/>
              </a:rPr>
              <a:t>ID: An identifier for each record in the dataset.</a:t>
            </a:r>
          </a:p>
          <a:p>
            <a:pPr algn="l"/>
            <a:r>
              <a:rPr lang="en-US" sz="1200" b="1" i="0" dirty="0" err="1">
                <a:solidFill>
                  <a:schemeClr val="bg1"/>
                </a:solidFill>
                <a:effectLst/>
                <a:latin typeface="Helvetica Neue"/>
              </a:rPr>
              <a:t>Customer_ID</a:t>
            </a:r>
            <a:r>
              <a:rPr lang="en-US" sz="1200" b="1" i="0" dirty="0">
                <a:solidFill>
                  <a:schemeClr val="bg1"/>
                </a:solidFill>
                <a:effectLst/>
                <a:latin typeface="Helvetica Neue"/>
              </a:rPr>
              <a:t>: Identifier for individual customers.</a:t>
            </a:r>
          </a:p>
          <a:p>
            <a:pPr algn="l"/>
            <a:r>
              <a:rPr lang="en-US" sz="1200" b="1" i="0" dirty="0">
                <a:solidFill>
                  <a:schemeClr val="bg1"/>
                </a:solidFill>
                <a:effectLst/>
                <a:latin typeface="Helvetica Neue"/>
              </a:rPr>
              <a:t>Month: The month associated with the data entry.</a:t>
            </a:r>
          </a:p>
          <a:p>
            <a:pPr algn="l"/>
            <a:r>
              <a:rPr lang="en-US" sz="1200" b="1" i="0" dirty="0">
                <a:solidFill>
                  <a:schemeClr val="bg1"/>
                </a:solidFill>
                <a:effectLst/>
                <a:latin typeface="Helvetica Neue"/>
              </a:rPr>
              <a:t>Name: Customer's name.</a:t>
            </a:r>
          </a:p>
          <a:p>
            <a:pPr algn="l"/>
            <a:r>
              <a:rPr lang="en-US" sz="1200" b="1" i="0" dirty="0">
                <a:solidFill>
                  <a:schemeClr val="bg1"/>
                </a:solidFill>
                <a:effectLst/>
                <a:latin typeface="Helvetica Neue"/>
              </a:rPr>
              <a:t>Age: Customer's age.</a:t>
            </a:r>
          </a:p>
          <a:p>
            <a:pPr algn="l"/>
            <a:r>
              <a:rPr lang="en-US" sz="1200" b="1" i="0" dirty="0">
                <a:solidFill>
                  <a:schemeClr val="bg1"/>
                </a:solidFill>
                <a:effectLst/>
                <a:latin typeface="Helvetica Neue"/>
              </a:rPr>
              <a:t>SSN: Social Security Number or some other form of identification.</a:t>
            </a:r>
          </a:p>
          <a:p>
            <a:pPr algn="l"/>
            <a:r>
              <a:rPr lang="en-US" sz="1200" b="1" i="0" dirty="0">
                <a:solidFill>
                  <a:schemeClr val="bg1"/>
                </a:solidFill>
                <a:effectLst/>
                <a:latin typeface="Helvetica Neue"/>
              </a:rPr>
              <a:t>Occupation: Customer's occupation or job title.</a:t>
            </a:r>
          </a:p>
          <a:p>
            <a:pPr algn="l"/>
            <a:r>
              <a:rPr lang="en-US" sz="1200" b="1" i="0" dirty="0" err="1">
                <a:solidFill>
                  <a:schemeClr val="bg1"/>
                </a:solidFill>
                <a:effectLst/>
                <a:latin typeface="Helvetica Neue"/>
              </a:rPr>
              <a:t>Annual_Income</a:t>
            </a:r>
            <a:r>
              <a:rPr lang="en-US" sz="1200" b="1" i="0" dirty="0">
                <a:solidFill>
                  <a:schemeClr val="bg1"/>
                </a:solidFill>
                <a:effectLst/>
                <a:latin typeface="Helvetica Neue"/>
              </a:rPr>
              <a:t>: Customer's annual income.</a:t>
            </a:r>
          </a:p>
          <a:p>
            <a:pPr algn="l"/>
            <a:r>
              <a:rPr lang="en-US" sz="1200" b="1" i="0" dirty="0" err="1">
                <a:solidFill>
                  <a:schemeClr val="bg1"/>
                </a:solidFill>
                <a:effectLst/>
                <a:latin typeface="Helvetica Neue"/>
              </a:rPr>
              <a:t>Monthly_Inhand_Salary</a:t>
            </a:r>
            <a:r>
              <a:rPr lang="en-US" sz="1200" b="1" i="0" dirty="0">
                <a:solidFill>
                  <a:schemeClr val="bg1"/>
                </a:solidFill>
                <a:effectLst/>
                <a:latin typeface="Helvetica Neue"/>
              </a:rPr>
              <a:t>: The amount of money the customer receives as salary on a monthly basis.</a:t>
            </a:r>
          </a:p>
          <a:p>
            <a:pPr algn="l"/>
            <a:r>
              <a:rPr lang="en-US" sz="1200" b="1" i="0" dirty="0" err="1">
                <a:solidFill>
                  <a:schemeClr val="bg1"/>
                </a:solidFill>
                <a:effectLst/>
                <a:latin typeface="Helvetica Neue"/>
              </a:rPr>
              <a:t>Num_Bank_Accounts</a:t>
            </a:r>
            <a:r>
              <a:rPr lang="en-US" sz="1200" b="1" i="0" dirty="0">
                <a:solidFill>
                  <a:schemeClr val="bg1"/>
                </a:solidFill>
                <a:effectLst/>
                <a:latin typeface="Helvetica Neue"/>
              </a:rPr>
              <a:t>: Number of bank accounts the customer has.</a:t>
            </a:r>
          </a:p>
          <a:p>
            <a:pPr algn="l"/>
            <a:r>
              <a:rPr lang="en-US" sz="1200" b="1" i="0" dirty="0" err="1">
                <a:solidFill>
                  <a:schemeClr val="bg1"/>
                </a:solidFill>
                <a:effectLst/>
                <a:latin typeface="Helvetica Neue"/>
              </a:rPr>
              <a:t>Num_Credit_Card</a:t>
            </a:r>
            <a:r>
              <a:rPr lang="en-US" sz="1200" b="1" i="0" dirty="0">
                <a:solidFill>
                  <a:schemeClr val="bg1"/>
                </a:solidFill>
                <a:effectLst/>
                <a:latin typeface="Helvetica Neue"/>
              </a:rPr>
              <a:t>: Number of credit cards the customer possesses.</a:t>
            </a:r>
          </a:p>
          <a:p>
            <a:pPr algn="l"/>
            <a:r>
              <a:rPr lang="en-US" sz="1200" b="1" i="0" dirty="0" err="1">
                <a:solidFill>
                  <a:schemeClr val="bg1"/>
                </a:solidFill>
                <a:effectLst/>
                <a:latin typeface="Helvetica Neue"/>
              </a:rPr>
              <a:t>Interest_Rate</a:t>
            </a:r>
            <a:r>
              <a:rPr lang="en-US" sz="1200" b="1" i="0" dirty="0">
                <a:solidFill>
                  <a:schemeClr val="bg1"/>
                </a:solidFill>
                <a:effectLst/>
                <a:latin typeface="Helvetica Neue"/>
              </a:rPr>
              <a:t>: The interest rate associated with some financial aspect (e.g., loans or credit cards).</a:t>
            </a:r>
          </a:p>
          <a:p>
            <a:pPr algn="l"/>
            <a:r>
              <a:rPr lang="en-US" sz="1200" b="1" i="0" dirty="0" err="1">
                <a:solidFill>
                  <a:schemeClr val="bg1"/>
                </a:solidFill>
                <a:effectLst/>
                <a:latin typeface="Helvetica Neue"/>
              </a:rPr>
              <a:t>Num_of_Loan</a:t>
            </a:r>
            <a:r>
              <a:rPr lang="en-US" sz="1200" b="1" i="0" dirty="0">
                <a:solidFill>
                  <a:schemeClr val="bg1"/>
                </a:solidFill>
                <a:effectLst/>
                <a:latin typeface="Helvetica Neue"/>
              </a:rPr>
              <a:t>: Number of loans the customer has.</a:t>
            </a:r>
          </a:p>
          <a:p>
            <a:pPr algn="l"/>
            <a:r>
              <a:rPr lang="en-US" sz="1200" b="1" i="0" dirty="0" err="1">
                <a:solidFill>
                  <a:schemeClr val="bg1"/>
                </a:solidFill>
                <a:effectLst/>
                <a:latin typeface="Helvetica Neue"/>
              </a:rPr>
              <a:t>Type_of_Loan</a:t>
            </a:r>
            <a:r>
              <a:rPr lang="en-US" sz="1200" b="1" i="0" dirty="0">
                <a:solidFill>
                  <a:schemeClr val="bg1"/>
                </a:solidFill>
                <a:effectLst/>
                <a:latin typeface="Helvetica Neue"/>
              </a:rPr>
              <a:t>: The type of loan(s) the customer has (e.g., mortgage, personal loan, etc.).</a:t>
            </a:r>
          </a:p>
          <a:p>
            <a:pPr algn="l"/>
            <a:r>
              <a:rPr lang="en-US" sz="1200" b="1" i="0" dirty="0" err="1">
                <a:solidFill>
                  <a:schemeClr val="bg1"/>
                </a:solidFill>
                <a:effectLst/>
                <a:latin typeface="Helvetica Neue"/>
              </a:rPr>
              <a:t>Delay_from_due_date</a:t>
            </a:r>
            <a:r>
              <a:rPr lang="en-US" sz="1200" b="1" i="0" dirty="0">
                <a:solidFill>
                  <a:schemeClr val="bg1"/>
                </a:solidFill>
                <a:effectLst/>
                <a:latin typeface="Helvetica Neue"/>
              </a:rPr>
              <a:t>: Delay in payments from the due date.</a:t>
            </a:r>
          </a:p>
          <a:p>
            <a:pPr algn="l"/>
            <a:r>
              <a:rPr lang="en-US" sz="1200" b="1" i="0" dirty="0" err="1">
                <a:solidFill>
                  <a:schemeClr val="bg1"/>
                </a:solidFill>
                <a:effectLst/>
                <a:latin typeface="Helvetica Neue"/>
              </a:rPr>
              <a:t>Num_of_Delayed_Payment</a:t>
            </a:r>
            <a:r>
              <a:rPr lang="en-US" sz="1200" b="1" i="0" dirty="0">
                <a:solidFill>
                  <a:schemeClr val="bg1"/>
                </a:solidFill>
                <a:effectLst/>
                <a:latin typeface="Helvetica Neue"/>
              </a:rPr>
              <a:t>: Number of delayed payments.</a:t>
            </a:r>
          </a:p>
          <a:p>
            <a:pPr algn="l"/>
            <a:r>
              <a:rPr lang="en-US" sz="1200" b="1" i="0" dirty="0" err="1">
                <a:solidFill>
                  <a:schemeClr val="bg1"/>
                </a:solidFill>
                <a:effectLst/>
                <a:latin typeface="Helvetica Neue"/>
              </a:rPr>
              <a:t>Changed_Credit_Limit</a:t>
            </a:r>
            <a:r>
              <a:rPr lang="en-US" sz="1200" b="1" i="0" dirty="0">
                <a:solidFill>
                  <a:schemeClr val="bg1"/>
                </a:solidFill>
                <a:effectLst/>
                <a:latin typeface="Helvetica Neue"/>
              </a:rPr>
              <a:t>: Indicates if the customer has changed their credit limit.</a:t>
            </a:r>
          </a:p>
          <a:p>
            <a:pPr marL="0" indent="0">
              <a:buNone/>
            </a:pPr>
            <a:endParaRPr lang="en-US" sz="1200" dirty="0">
              <a:effectLst>
                <a:outerShdw blurRad="38100" dist="38100" dir="2700000" algn="tl">
                  <a:srgbClr val="000000">
                    <a:alpha val="43137"/>
                  </a:srgbClr>
                </a:outerShdw>
              </a:effectLst>
            </a:endParaRPr>
          </a:p>
          <a:p>
            <a:pPr marL="0" indent="0">
              <a:buNone/>
            </a:pPr>
            <a:endParaRPr lang="en-US" sz="12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77332698"/>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1" name="Google Shape;151;p22"/>
          <p:cNvSpPr txBox="1">
            <a:spLocks noGrp="1"/>
          </p:cNvSpPr>
          <p:nvPr>
            <p:ph type="body" idx="1"/>
          </p:nvPr>
        </p:nvSpPr>
        <p:spPr>
          <a:xfrm>
            <a:off x="226124" y="463152"/>
            <a:ext cx="11011533" cy="2866000"/>
          </a:xfrm>
          <a:prstGeom prst="rect">
            <a:avLst/>
          </a:prstGeom>
        </p:spPr>
        <p:txBody>
          <a:bodyPr spcFirstLastPara="1" wrap="square" lIns="0" tIns="0" rIns="0" bIns="0" anchor="t" anchorCtr="0">
            <a:noAutofit/>
          </a:bodyPr>
          <a:lstStyle/>
          <a:p>
            <a:pPr algn="l"/>
            <a:r>
              <a:rPr lang="en-US" sz="1600" b="1" i="0" dirty="0" err="1">
                <a:solidFill>
                  <a:schemeClr val="bg1"/>
                </a:solidFill>
                <a:effectLst/>
                <a:latin typeface="Helvetica Neue"/>
              </a:rPr>
              <a:t>Num_Credit_Inquiries</a:t>
            </a:r>
            <a:r>
              <a:rPr lang="en-US" sz="1600" b="1" i="0" dirty="0">
                <a:solidFill>
                  <a:schemeClr val="bg1"/>
                </a:solidFill>
                <a:effectLst/>
                <a:latin typeface="Helvetica Neue"/>
              </a:rPr>
              <a:t>: Number of credit inquiries made by the customer.</a:t>
            </a:r>
          </a:p>
          <a:p>
            <a:pPr algn="l"/>
            <a:r>
              <a:rPr lang="en-US" sz="1600" b="1" i="0" dirty="0" err="1">
                <a:solidFill>
                  <a:schemeClr val="bg1"/>
                </a:solidFill>
                <a:effectLst/>
                <a:latin typeface="Helvetica Neue"/>
              </a:rPr>
              <a:t>Credit_Mix</a:t>
            </a:r>
            <a:r>
              <a:rPr lang="en-US" sz="1600" b="1" i="0" dirty="0">
                <a:solidFill>
                  <a:schemeClr val="bg1"/>
                </a:solidFill>
                <a:effectLst/>
                <a:latin typeface="Helvetica Neue"/>
              </a:rPr>
              <a:t>: The mix of different types of credit accounts (e.g., credit cards, loans).</a:t>
            </a:r>
          </a:p>
          <a:p>
            <a:pPr algn="l"/>
            <a:r>
              <a:rPr lang="en-US" sz="1600" b="1" i="0" dirty="0" err="1">
                <a:solidFill>
                  <a:schemeClr val="bg1"/>
                </a:solidFill>
                <a:effectLst/>
                <a:latin typeface="Helvetica Neue"/>
              </a:rPr>
              <a:t>Outstanding_Debt</a:t>
            </a:r>
            <a:r>
              <a:rPr lang="en-US" sz="1600" b="1" i="0" dirty="0">
                <a:solidFill>
                  <a:schemeClr val="bg1"/>
                </a:solidFill>
                <a:effectLst/>
                <a:latin typeface="Helvetica Neue"/>
              </a:rPr>
              <a:t>: The amount of outstanding debt.</a:t>
            </a:r>
          </a:p>
          <a:p>
            <a:pPr algn="l"/>
            <a:r>
              <a:rPr lang="en-US" sz="1600" b="1" i="0" dirty="0" err="1">
                <a:solidFill>
                  <a:schemeClr val="bg1"/>
                </a:solidFill>
                <a:effectLst/>
                <a:latin typeface="Helvetica Neue"/>
              </a:rPr>
              <a:t>Credit_Utilization_Ratio</a:t>
            </a:r>
            <a:r>
              <a:rPr lang="en-US" sz="1600" b="1" i="0" dirty="0">
                <a:solidFill>
                  <a:schemeClr val="bg1"/>
                </a:solidFill>
                <a:effectLst/>
                <a:latin typeface="Helvetica Neue"/>
              </a:rPr>
              <a:t>: The ratio of credit used to the total credit limit.</a:t>
            </a:r>
          </a:p>
          <a:p>
            <a:pPr algn="l"/>
            <a:r>
              <a:rPr lang="en-US" sz="1600" b="1" i="0" dirty="0" err="1">
                <a:solidFill>
                  <a:schemeClr val="bg1"/>
                </a:solidFill>
                <a:effectLst/>
                <a:latin typeface="Helvetica Neue"/>
              </a:rPr>
              <a:t>Credit_History_Age</a:t>
            </a:r>
            <a:r>
              <a:rPr lang="en-US" sz="1600" b="1" i="0" dirty="0">
                <a:solidFill>
                  <a:schemeClr val="bg1"/>
                </a:solidFill>
                <a:effectLst/>
                <a:latin typeface="Helvetica Neue"/>
              </a:rPr>
              <a:t>: The age of the customer's credit history.</a:t>
            </a:r>
          </a:p>
          <a:p>
            <a:pPr algn="l"/>
            <a:r>
              <a:rPr lang="en-US" sz="1600" b="1" i="0" dirty="0" err="1">
                <a:solidFill>
                  <a:schemeClr val="bg1"/>
                </a:solidFill>
                <a:effectLst/>
                <a:latin typeface="Helvetica Neue"/>
              </a:rPr>
              <a:t>Payment_of_Min_Amount</a:t>
            </a:r>
            <a:r>
              <a:rPr lang="en-US" sz="1600" b="1" i="0" dirty="0">
                <a:solidFill>
                  <a:schemeClr val="bg1"/>
                </a:solidFill>
                <a:effectLst/>
                <a:latin typeface="Helvetica Neue"/>
              </a:rPr>
              <a:t>: Payment behavior regarding minimum required payments.</a:t>
            </a:r>
          </a:p>
          <a:p>
            <a:pPr algn="l"/>
            <a:r>
              <a:rPr lang="en-US" sz="1600" b="1" i="0" dirty="0" err="1">
                <a:solidFill>
                  <a:schemeClr val="bg1"/>
                </a:solidFill>
                <a:effectLst/>
                <a:latin typeface="Helvetica Neue"/>
              </a:rPr>
              <a:t>Total_EMI_per_month</a:t>
            </a:r>
            <a:r>
              <a:rPr lang="en-US" sz="1600" b="1" i="0" dirty="0">
                <a:solidFill>
                  <a:schemeClr val="bg1"/>
                </a:solidFill>
                <a:effectLst/>
                <a:latin typeface="Helvetica Neue"/>
              </a:rPr>
              <a:t>: Total Equated Monthly Installment (EMI) payments made by the customer.</a:t>
            </a:r>
          </a:p>
          <a:p>
            <a:pPr algn="l"/>
            <a:r>
              <a:rPr lang="en-US" sz="1600" b="1" i="0" dirty="0" err="1">
                <a:solidFill>
                  <a:schemeClr val="bg1"/>
                </a:solidFill>
                <a:effectLst/>
                <a:latin typeface="Helvetica Neue"/>
              </a:rPr>
              <a:t>Amount_invested_monthly</a:t>
            </a:r>
            <a:r>
              <a:rPr lang="en-US" sz="1600" b="1" i="0" dirty="0">
                <a:solidFill>
                  <a:schemeClr val="bg1"/>
                </a:solidFill>
                <a:effectLst/>
                <a:latin typeface="Helvetica Neue"/>
              </a:rPr>
              <a:t>: The amount the customer invests on a monthly basis.</a:t>
            </a:r>
          </a:p>
          <a:p>
            <a:pPr algn="l"/>
            <a:r>
              <a:rPr lang="en-US" sz="1600" b="1" i="0" dirty="0" err="1">
                <a:solidFill>
                  <a:schemeClr val="bg1"/>
                </a:solidFill>
                <a:effectLst/>
                <a:latin typeface="Helvetica Neue"/>
              </a:rPr>
              <a:t>Payment_Behaviour</a:t>
            </a:r>
            <a:r>
              <a:rPr lang="en-US" sz="1600" b="1" i="0" dirty="0">
                <a:solidFill>
                  <a:schemeClr val="bg1"/>
                </a:solidFill>
                <a:effectLst/>
                <a:latin typeface="Helvetica Neue"/>
              </a:rPr>
              <a:t>: Behavior related to payments, possibly indicating patterns or trends.</a:t>
            </a:r>
          </a:p>
          <a:p>
            <a:pPr algn="l"/>
            <a:r>
              <a:rPr lang="en-US" sz="1600" b="1" i="0" dirty="0" err="1">
                <a:solidFill>
                  <a:schemeClr val="bg1"/>
                </a:solidFill>
                <a:effectLst/>
                <a:latin typeface="Helvetica Neue"/>
              </a:rPr>
              <a:t>Monthly_Balance</a:t>
            </a:r>
            <a:r>
              <a:rPr lang="en-US" sz="1600" b="1" i="0" dirty="0">
                <a:solidFill>
                  <a:schemeClr val="bg1"/>
                </a:solidFill>
                <a:effectLst/>
                <a:latin typeface="Helvetica Neue"/>
              </a:rPr>
              <a:t>: The customer's monthly balance in their financial accounts.</a:t>
            </a:r>
          </a:p>
          <a:p>
            <a:pPr algn="l"/>
            <a:r>
              <a:rPr lang="en-US" sz="1600" b="1" i="0" dirty="0" err="1">
                <a:solidFill>
                  <a:schemeClr val="bg1"/>
                </a:solidFill>
                <a:effectLst/>
                <a:latin typeface="Helvetica Neue"/>
              </a:rPr>
              <a:t>Credit_Score</a:t>
            </a:r>
            <a:r>
              <a:rPr lang="en-US" sz="1600" b="1" i="0" dirty="0">
                <a:solidFill>
                  <a:schemeClr val="bg1"/>
                </a:solidFill>
                <a:effectLst/>
                <a:latin typeface="Helvetica Neue"/>
              </a:rPr>
              <a:t>: The credit score associated with the customer's creditworthiness.</a:t>
            </a:r>
          </a:p>
          <a:p>
            <a:pPr marL="0" indent="0">
              <a:buNone/>
            </a:pPr>
            <a:endParaRPr lang="en-US" sz="1600" dirty="0">
              <a:solidFill>
                <a:schemeClr val="bg1"/>
              </a:solidFill>
              <a:effectLst>
                <a:outerShdw blurRad="38100" dist="38100" dir="2700000" algn="tl">
                  <a:srgbClr val="000000">
                    <a:alpha val="43137"/>
                  </a:srgbClr>
                </a:outerShdw>
              </a:effectLst>
            </a:endParaRPr>
          </a:p>
          <a:p>
            <a:pPr marL="0" indent="0">
              <a:buNone/>
            </a:pPr>
            <a:endParaRPr lang="en-US" sz="1600" dirty="0">
              <a:solidFill>
                <a:schemeClr val="bg1"/>
              </a:solidFill>
              <a:effectLst>
                <a:outerShdw blurRad="38100" dist="38100" dir="2700000" algn="tl">
                  <a:srgbClr val="000000">
                    <a:alpha val="43137"/>
                  </a:srgbClr>
                </a:outerShdw>
              </a:effectLst>
            </a:endParaRPr>
          </a:p>
          <a:p>
            <a:pPr marL="0" indent="0">
              <a:buNone/>
            </a:pPr>
            <a:endParaRPr lang="en-US" sz="12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466545791"/>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1" name="Google Shape;151;p22"/>
          <p:cNvSpPr txBox="1">
            <a:spLocks noGrp="1"/>
          </p:cNvSpPr>
          <p:nvPr>
            <p:ph type="body" idx="1"/>
          </p:nvPr>
        </p:nvSpPr>
        <p:spPr>
          <a:xfrm>
            <a:off x="226124" y="463152"/>
            <a:ext cx="11011533" cy="2866000"/>
          </a:xfrm>
          <a:prstGeom prst="rect">
            <a:avLst/>
          </a:prstGeom>
        </p:spPr>
        <p:txBody>
          <a:bodyPr spcFirstLastPara="1" wrap="square" lIns="0" tIns="0" rIns="0" bIns="0" anchor="t" anchorCtr="0">
            <a:noAutofit/>
          </a:bodyPr>
          <a:lstStyle/>
          <a:p>
            <a:pPr marL="0" indent="0">
              <a:buNone/>
            </a:pPr>
            <a:r>
              <a:rPr lang="en-US" sz="4267" dirty="0">
                <a:effectLst>
                  <a:outerShdw blurRad="38100" dist="38100" dir="2700000" algn="tl">
                    <a:srgbClr val="000000">
                      <a:alpha val="43137"/>
                    </a:srgbClr>
                  </a:outerShdw>
                </a:effectLst>
              </a:rPr>
              <a:t>Cleaning Phase</a:t>
            </a:r>
          </a:p>
          <a:p>
            <a:pPr algn="l"/>
            <a:r>
              <a:rPr lang="en-US" b="1" i="0" dirty="0">
                <a:solidFill>
                  <a:schemeClr val="bg1"/>
                </a:solidFill>
                <a:effectLst/>
                <a:latin typeface="Helvetica Neue"/>
              </a:rPr>
              <a:t>Cleaning notebook</a:t>
            </a:r>
          </a:p>
          <a:p>
            <a:pPr algn="l"/>
            <a:r>
              <a:rPr lang="en-US" b="1" i="0" dirty="0">
                <a:solidFill>
                  <a:schemeClr val="bg1"/>
                </a:solidFill>
                <a:effectLst/>
                <a:latin typeface="Helvetica Neue"/>
              </a:rPr>
              <a:t>The aim of this first notebook is explore data , </a:t>
            </a:r>
            <a:r>
              <a:rPr lang="en-US" b="1" i="0" dirty="0" err="1">
                <a:solidFill>
                  <a:schemeClr val="bg1"/>
                </a:solidFill>
                <a:effectLst/>
                <a:latin typeface="Helvetica Neue"/>
              </a:rPr>
              <a:t>inversting</a:t>
            </a:r>
            <a:r>
              <a:rPr lang="en-US" b="1" i="0" dirty="0">
                <a:solidFill>
                  <a:schemeClr val="bg1"/>
                </a:solidFill>
                <a:effectLst/>
                <a:latin typeface="Helvetica Neue"/>
              </a:rPr>
              <a:t> it very well , invest its data types or logic , extract pattern and fill missing values</a:t>
            </a:r>
          </a:p>
          <a:p>
            <a:pPr algn="l"/>
            <a:r>
              <a:rPr lang="en-US" b="1" i="0" dirty="0">
                <a:solidFill>
                  <a:schemeClr val="bg1"/>
                </a:solidFill>
                <a:effectLst/>
                <a:latin typeface="Helvetica Neue"/>
              </a:rPr>
              <a:t>The data scientists spend most of </a:t>
            </a:r>
            <a:r>
              <a:rPr lang="en-US" b="1" i="0" dirty="0" err="1">
                <a:solidFill>
                  <a:schemeClr val="bg1"/>
                </a:solidFill>
                <a:effectLst/>
                <a:latin typeface="Helvetica Neue"/>
              </a:rPr>
              <a:t>thier</a:t>
            </a:r>
            <a:r>
              <a:rPr lang="en-US" b="1" i="0" dirty="0">
                <a:solidFill>
                  <a:schemeClr val="bg1"/>
                </a:solidFill>
                <a:effectLst/>
                <a:latin typeface="Helvetica Neue"/>
              </a:rPr>
              <a:t> time with this phase and </a:t>
            </a:r>
            <a:r>
              <a:rPr lang="en-US" b="1" i="0" dirty="0" err="1">
                <a:solidFill>
                  <a:schemeClr val="bg1"/>
                </a:solidFill>
                <a:effectLst/>
                <a:latin typeface="Helvetica Neue"/>
              </a:rPr>
              <a:t>i</a:t>
            </a:r>
            <a:r>
              <a:rPr lang="en-US" b="1" i="0" dirty="0">
                <a:solidFill>
                  <a:schemeClr val="bg1"/>
                </a:solidFill>
                <a:effectLst/>
                <a:latin typeface="Helvetica Neue"/>
              </a:rPr>
              <a:t> </a:t>
            </a:r>
            <a:r>
              <a:rPr lang="en-US" b="1" i="0" dirty="0" err="1">
                <a:solidFill>
                  <a:schemeClr val="bg1"/>
                </a:solidFill>
                <a:effectLst/>
                <a:latin typeface="Helvetica Neue"/>
              </a:rPr>
              <a:t>considre</a:t>
            </a:r>
            <a:r>
              <a:rPr lang="en-US" b="1" i="0" dirty="0">
                <a:solidFill>
                  <a:schemeClr val="bg1"/>
                </a:solidFill>
                <a:effectLst/>
                <a:latin typeface="Helvetica Neue"/>
              </a:rPr>
              <a:t> it the most important phase in our project</a:t>
            </a:r>
          </a:p>
          <a:p>
            <a:pPr algn="l"/>
            <a:r>
              <a:rPr lang="en-US" b="1" i="0" dirty="0">
                <a:solidFill>
                  <a:schemeClr val="bg1"/>
                </a:solidFill>
                <a:effectLst/>
                <a:latin typeface="Helvetica Neue"/>
              </a:rPr>
              <a:t>The </a:t>
            </a:r>
            <a:r>
              <a:rPr lang="en-US" b="1" i="0" dirty="0" err="1">
                <a:solidFill>
                  <a:schemeClr val="bg1"/>
                </a:solidFill>
                <a:effectLst/>
                <a:latin typeface="Helvetica Neue"/>
              </a:rPr>
              <a:t>challanges</a:t>
            </a:r>
            <a:r>
              <a:rPr lang="en-US" b="1" i="0" dirty="0">
                <a:solidFill>
                  <a:schemeClr val="bg1"/>
                </a:solidFill>
                <a:effectLst/>
                <a:latin typeface="Helvetica Neue"/>
              </a:rPr>
              <a:t> for this project is how to go in deep with data and understand its complexity</a:t>
            </a:r>
          </a:p>
          <a:p>
            <a:pPr marL="0" indent="0">
              <a:buNone/>
            </a:pPr>
            <a:endParaRPr lang="en-US" sz="4267" dirty="0">
              <a:effectLst>
                <a:outerShdw blurRad="38100" dist="38100" dir="2700000" algn="tl">
                  <a:srgbClr val="000000">
                    <a:alpha val="43137"/>
                  </a:srgbClr>
                </a:outerShdw>
              </a:effectLst>
            </a:endParaRPr>
          </a:p>
          <a:p>
            <a:pPr marL="0" indent="0">
              <a:buNone/>
            </a:pPr>
            <a:endParaRPr lang="en-US" sz="4267" dirty="0">
              <a:effectLst>
                <a:outerShdw blurRad="38100" dist="38100" dir="2700000" algn="tl">
                  <a:srgbClr val="000000">
                    <a:alpha val="43137"/>
                  </a:srgbClr>
                </a:outerShdw>
              </a:effectLst>
            </a:endParaRPr>
          </a:p>
          <a:p>
            <a:pPr marL="0" indent="0">
              <a:buNone/>
            </a:pPr>
            <a:endParaRPr lang="en-US" sz="1867" dirty="0">
              <a:effectLst>
                <a:outerShdw blurRad="38100" dist="38100" dir="2700000" algn="tl">
                  <a:srgbClr val="000000">
                    <a:alpha val="43137"/>
                  </a:srgbClr>
                </a:outerShdw>
              </a:effectLst>
            </a:endParaRPr>
          </a:p>
          <a:p>
            <a:pPr marL="0" indent="0">
              <a:buNone/>
            </a:pPr>
            <a:endParaRPr lang="en-US" sz="1867"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94978594"/>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1" name="Google Shape;151;p22"/>
          <p:cNvSpPr txBox="1">
            <a:spLocks noGrp="1"/>
          </p:cNvSpPr>
          <p:nvPr>
            <p:ph type="body" idx="1"/>
          </p:nvPr>
        </p:nvSpPr>
        <p:spPr>
          <a:xfrm>
            <a:off x="226124" y="463152"/>
            <a:ext cx="11011533" cy="2866000"/>
          </a:xfrm>
          <a:prstGeom prst="rect">
            <a:avLst/>
          </a:prstGeom>
        </p:spPr>
        <p:txBody>
          <a:bodyPr spcFirstLastPara="1" wrap="square" lIns="0" tIns="0" rIns="0" bIns="0" anchor="t" anchorCtr="0">
            <a:noAutofit/>
          </a:bodyPr>
          <a:lstStyle/>
          <a:p>
            <a:pPr marL="0" indent="0">
              <a:buNone/>
            </a:pPr>
            <a:r>
              <a:rPr lang="en-US" sz="4267" dirty="0">
                <a:effectLst>
                  <a:outerShdw blurRad="38100" dist="38100" dir="2700000" algn="tl">
                    <a:srgbClr val="000000">
                      <a:alpha val="43137"/>
                    </a:srgbClr>
                  </a:outerShdw>
                </a:effectLst>
              </a:rPr>
              <a:t>Feature Engineering Phase</a:t>
            </a:r>
          </a:p>
          <a:p>
            <a:pPr algn="l"/>
            <a:r>
              <a:rPr lang="en-US" b="1" i="0" dirty="0">
                <a:solidFill>
                  <a:schemeClr val="bg1"/>
                </a:solidFill>
                <a:effectLst/>
                <a:latin typeface="Helvetica Neue"/>
              </a:rPr>
              <a:t>The aim of this notebook is to apply feature </a:t>
            </a:r>
            <a:r>
              <a:rPr lang="en-US" b="1" i="0" dirty="0" err="1">
                <a:solidFill>
                  <a:schemeClr val="bg1"/>
                </a:solidFill>
                <a:effectLst/>
                <a:latin typeface="Helvetica Neue"/>
              </a:rPr>
              <a:t>enginnering</a:t>
            </a:r>
            <a:r>
              <a:rPr lang="en-US" b="1" i="0" dirty="0">
                <a:solidFill>
                  <a:schemeClr val="bg1"/>
                </a:solidFill>
                <a:effectLst/>
                <a:latin typeface="Helvetica Neue"/>
              </a:rPr>
              <a:t> and prepare data for the next step</a:t>
            </a:r>
          </a:p>
          <a:p>
            <a:pPr algn="l"/>
            <a:r>
              <a:rPr lang="en-US" b="1" i="0" dirty="0">
                <a:solidFill>
                  <a:schemeClr val="bg1"/>
                </a:solidFill>
                <a:effectLst/>
                <a:latin typeface="Helvetica Neue"/>
              </a:rPr>
              <a:t>This includes to find new features with domain knowledge feature then apply date and time features then string operations to avoid the </a:t>
            </a:r>
            <a:r>
              <a:rPr lang="en-US" b="1" i="0" dirty="0" err="1">
                <a:solidFill>
                  <a:schemeClr val="bg1"/>
                </a:solidFill>
                <a:effectLst/>
                <a:latin typeface="Helvetica Neue"/>
              </a:rPr>
              <a:t>redunant</a:t>
            </a:r>
            <a:r>
              <a:rPr lang="en-US" b="1" i="0" dirty="0">
                <a:solidFill>
                  <a:schemeClr val="bg1"/>
                </a:solidFill>
                <a:effectLst/>
                <a:latin typeface="Helvetica Neue"/>
              </a:rPr>
              <a:t> strings keeping our data clean</a:t>
            </a:r>
          </a:p>
          <a:p>
            <a:pPr marL="0" indent="0">
              <a:buNone/>
            </a:pPr>
            <a:endParaRPr lang="en-US" sz="4267" dirty="0">
              <a:effectLst>
                <a:outerShdw blurRad="38100" dist="38100" dir="2700000" algn="tl">
                  <a:srgbClr val="000000">
                    <a:alpha val="43137"/>
                  </a:srgbClr>
                </a:outerShdw>
              </a:effectLst>
            </a:endParaRPr>
          </a:p>
          <a:p>
            <a:pPr marL="0" indent="0">
              <a:buNone/>
            </a:pPr>
            <a:endParaRPr lang="en-US" sz="4267" dirty="0">
              <a:effectLst>
                <a:outerShdw blurRad="38100" dist="38100" dir="2700000" algn="tl">
                  <a:srgbClr val="000000">
                    <a:alpha val="43137"/>
                  </a:srgbClr>
                </a:outerShdw>
              </a:effectLst>
            </a:endParaRPr>
          </a:p>
          <a:p>
            <a:pPr marL="0" indent="0">
              <a:buNone/>
            </a:pPr>
            <a:endParaRPr lang="en-US" sz="1867" dirty="0">
              <a:effectLst>
                <a:outerShdw blurRad="38100" dist="38100" dir="2700000" algn="tl">
                  <a:srgbClr val="000000">
                    <a:alpha val="43137"/>
                  </a:srgbClr>
                </a:outerShdw>
              </a:effectLst>
            </a:endParaRPr>
          </a:p>
          <a:p>
            <a:pPr marL="0" indent="0">
              <a:buNone/>
            </a:pPr>
            <a:endParaRPr lang="en-US" sz="1867"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32957989"/>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1" name="Google Shape;151;p22"/>
          <p:cNvSpPr txBox="1">
            <a:spLocks noGrp="1"/>
          </p:cNvSpPr>
          <p:nvPr>
            <p:ph type="body" idx="1"/>
          </p:nvPr>
        </p:nvSpPr>
        <p:spPr>
          <a:xfrm>
            <a:off x="226124" y="463152"/>
            <a:ext cx="11011533" cy="2866000"/>
          </a:xfrm>
          <a:prstGeom prst="rect">
            <a:avLst/>
          </a:prstGeom>
        </p:spPr>
        <p:txBody>
          <a:bodyPr spcFirstLastPara="1" wrap="square" lIns="0" tIns="0" rIns="0" bIns="0" anchor="t" anchorCtr="0">
            <a:noAutofit/>
          </a:bodyPr>
          <a:lstStyle/>
          <a:p>
            <a:pPr marL="0" indent="0">
              <a:buNone/>
            </a:pPr>
            <a:r>
              <a:rPr lang="en-US" sz="4267" dirty="0">
                <a:effectLst>
                  <a:outerShdw blurRad="38100" dist="38100" dir="2700000" algn="tl">
                    <a:srgbClr val="000000">
                      <a:alpha val="43137"/>
                    </a:srgbClr>
                  </a:outerShdw>
                </a:effectLst>
              </a:rPr>
              <a:t>EDA Phase</a:t>
            </a:r>
          </a:p>
          <a:p>
            <a:pPr algn="l"/>
            <a:r>
              <a:rPr lang="en-US" b="1" i="0" dirty="0">
                <a:solidFill>
                  <a:schemeClr val="bg1"/>
                </a:solidFill>
                <a:effectLst/>
                <a:latin typeface="Helvetica Neue"/>
              </a:rPr>
              <a:t>The aim of this notebook is to apply EDA ,EDA means exploratory data analysis ,It is very important phase we know more about our data ,its pattern applying univariate and </a:t>
            </a:r>
            <a:r>
              <a:rPr lang="en-US" b="1" i="0" dirty="0" err="1">
                <a:solidFill>
                  <a:schemeClr val="bg1"/>
                </a:solidFill>
                <a:effectLst/>
                <a:latin typeface="Helvetica Neue"/>
              </a:rPr>
              <a:t>bivariet</a:t>
            </a:r>
            <a:r>
              <a:rPr lang="en-US" b="1" i="0" dirty="0">
                <a:solidFill>
                  <a:schemeClr val="bg1"/>
                </a:solidFill>
                <a:effectLst/>
                <a:latin typeface="Helvetica Neue"/>
              </a:rPr>
              <a:t> </a:t>
            </a:r>
            <a:r>
              <a:rPr lang="en-US" b="1" i="0" dirty="0" err="1">
                <a:solidFill>
                  <a:schemeClr val="bg1"/>
                </a:solidFill>
                <a:effectLst/>
                <a:latin typeface="Helvetica Neue"/>
              </a:rPr>
              <a:t>anlysis</a:t>
            </a:r>
            <a:r>
              <a:rPr lang="en-US" b="1" i="0" dirty="0">
                <a:solidFill>
                  <a:schemeClr val="bg1"/>
                </a:solidFill>
                <a:effectLst/>
                <a:latin typeface="Helvetica Neue"/>
              </a:rPr>
              <a:t> then detecting and handling outliers</a:t>
            </a:r>
          </a:p>
          <a:p>
            <a:pPr algn="l"/>
            <a:r>
              <a:rPr lang="en-US" b="1" i="0" dirty="0">
                <a:solidFill>
                  <a:schemeClr val="bg1"/>
                </a:solidFill>
                <a:effectLst/>
                <a:latin typeface="Helvetica Neue"/>
              </a:rPr>
              <a:t>The importance of EDA not only apply analytics and have </a:t>
            </a:r>
            <a:r>
              <a:rPr lang="en-US" b="1" i="0" dirty="0" err="1">
                <a:solidFill>
                  <a:schemeClr val="bg1"/>
                </a:solidFill>
                <a:effectLst/>
                <a:latin typeface="Helvetica Neue"/>
              </a:rPr>
              <a:t>bussiness</a:t>
            </a:r>
            <a:r>
              <a:rPr lang="en-US" b="1" i="0" dirty="0">
                <a:solidFill>
                  <a:schemeClr val="bg1"/>
                </a:solidFill>
                <a:effectLst/>
                <a:latin typeface="Helvetica Neue"/>
              </a:rPr>
              <a:t> insights but also know which model suits us for machine </a:t>
            </a:r>
            <a:r>
              <a:rPr lang="en-US" b="1" i="0" dirty="0" err="1">
                <a:solidFill>
                  <a:schemeClr val="bg1"/>
                </a:solidFill>
                <a:effectLst/>
                <a:latin typeface="Helvetica Neue"/>
              </a:rPr>
              <a:t>learing</a:t>
            </a:r>
            <a:r>
              <a:rPr lang="en-US" b="1" i="0" dirty="0">
                <a:solidFill>
                  <a:schemeClr val="bg1"/>
                </a:solidFill>
                <a:effectLst/>
                <a:latin typeface="Helvetica Neue"/>
              </a:rPr>
              <a:t> and thus we reduce the time and space complexity of the next phases</a:t>
            </a:r>
            <a:r>
              <a:rPr lang="en-US" b="1" i="0" u="none" strike="noStrike" dirty="0">
                <a:solidFill>
                  <a:schemeClr val="bg1"/>
                </a:solidFill>
                <a:effectLst/>
                <a:latin typeface="Helvetica Neue"/>
                <a:hlinkClick r:id="rId3">
                  <a:extLst>
                    <a:ext uri="{A12FA001-AC4F-418D-AE19-62706E023703}">
                      <ahyp:hlinkClr xmlns:ahyp="http://schemas.microsoft.com/office/drawing/2018/hyperlinkcolor" val="tx"/>
                    </a:ext>
                  </a:extLst>
                </a:hlinkClick>
              </a:rPr>
              <a:t>¶</a:t>
            </a:r>
            <a:endParaRPr lang="en-US" b="1" i="0" dirty="0">
              <a:solidFill>
                <a:schemeClr val="bg1"/>
              </a:solidFill>
              <a:effectLst/>
              <a:latin typeface="Helvetica Neue"/>
            </a:endParaRPr>
          </a:p>
          <a:p>
            <a:pPr marL="0" indent="0">
              <a:buNone/>
            </a:pPr>
            <a:endParaRPr lang="en-US" sz="4267" dirty="0">
              <a:solidFill>
                <a:schemeClr val="bg1"/>
              </a:solidFill>
              <a:effectLst>
                <a:outerShdw blurRad="38100" dist="38100" dir="2700000" algn="tl">
                  <a:srgbClr val="000000">
                    <a:alpha val="43137"/>
                  </a:srgbClr>
                </a:outerShdw>
              </a:effectLst>
            </a:endParaRPr>
          </a:p>
          <a:p>
            <a:pPr marL="0" indent="0">
              <a:buNone/>
            </a:pPr>
            <a:endParaRPr lang="en-US" sz="4267" dirty="0">
              <a:effectLst>
                <a:outerShdw blurRad="38100" dist="38100" dir="2700000" algn="tl">
                  <a:srgbClr val="000000">
                    <a:alpha val="43137"/>
                  </a:srgbClr>
                </a:outerShdw>
              </a:effectLst>
            </a:endParaRPr>
          </a:p>
          <a:p>
            <a:pPr marL="0" indent="0">
              <a:buNone/>
            </a:pPr>
            <a:endParaRPr lang="en-US" sz="1867" dirty="0">
              <a:effectLst>
                <a:outerShdw blurRad="38100" dist="38100" dir="2700000" algn="tl">
                  <a:srgbClr val="000000">
                    <a:alpha val="43137"/>
                  </a:srgbClr>
                </a:outerShdw>
              </a:effectLst>
            </a:endParaRPr>
          </a:p>
          <a:p>
            <a:pPr marL="0" indent="0">
              <a:buNone/>
            </a:pPr>
            <a:endParaRPr lang="en-US" sz="1867"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51997799"/>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1" name="Google Shape;151;p22"/>
          <p:cNvSpPr txBox="1">
            <a:spLocks noGrp="1"/>
          </p:cNvSpPr>
          <p:nvPr>
            <p:ph type="body" idx="1"/>
          </p:nvPr>
        </p:nvSpPr>
        <p:spPr>
          <a:xfrm>
            <a:off x="226124" y="463152"/>
            <a:ext cx="11011533" cy="2866000"/>
          </a:xfrm>
          <a:prstGeom prst="rect">
            <a:avLst/>
          </a:prstGeom>
        </p:spPr>
        <p:txBody>
          <a:bodyPr spcFirstLastPara="1" wrap="square" lIns="0" tIns="0" rIns="0" bIns="0" anchor="t" anchorCtr="0">
            <a:noAutofit/>
          </a:bodyPr>
          <a:lstStyle/>
          <a:p>
            <a:pPr marL="0" indent="0">
              <a:buNone/>
            </a:pPr>
            <a:r>
              <a:rPr lang="en-US" sz="4267" dirty="0">
                <a:effectLst>
                  <a:outerShdw blurRad="38100" dist="38100" dir="2700000" algn="tl">
                    <a:srgbClr val="000000">
                      <a:alpha val="43137"/>
                    </a:srgbClr>
                  </a:outerShdw>
                </a:effectLst>
              </a:rPr>
              <a:t>EDA Structure</a:t>
            </a:r>
          </a:p>
          <a:p>
            <a:pPr marL="0" indent="0">
              <a:buNone/>
            </a:pPr>
            <a:endParaRPr lang="en-US" sz="4267" dirty="0">
              <a:effectLst>
                <a:outerShdw blurRad="38100" dist="38100" dir="2700000" algn="tl">
                  <a:srgbClr val="000000">
                    <a:alpha val="43137"/>
                  </a:srgbClr>
                </a:outerShdw>
              </a:effectLst>
            </a:endParaRPr>
          </a:p>
          <a:p>
            <a:pPr marL="0" indent="0">
              <a:buNone/>
            </a:pPr>
            <a:endParaRPr lang="en-US" sz="1867" dirty="0">
              <a:effectLst>
                <a:outerShdw blurRad="38100" dist="38100" dir="2700000" algn="tl">
                  <a:srgbClr val="000000">
                    <a:alpha val="43137"/>
                  </a:srgbClr>
                </a:outerShdw>
              </a:effectLst>
            </a:endParaRPr>
          </a:p>
          <a:p>
            <a:pPr marL="0" indent="0">
              <a:buNone/>
            </a:pPr>
            <a:endParaRPr lang="en-US" sz="1867" dirty="0">
              <a:effectLst>
                <a:outerShdw blurRad="38100" dist="38100" dir="2700000" algn="tl">
                  <a:srgbClr val="000000">
                    <a:alpha val="43137"/>
                  </a:srgbClr>
                </a:outerShdw>
              </a:effectLst>
            </a:endParaRPr>
          </a:p>
        </p:txBody>
      </p:sp>
      <p:pic>
        <p:nvPicPr>
          <p:cNvPr id="3" name="Picture 2" descr="A diagram of steps to a data analysis&#10;&#10;Description automatically generated with medium confidence">
            <a:extLst>
              <a:ext uri="{FF2B5EF4-FFF2-40B4-BE49-F238E27FC236}">
                <a16:creationId xmlns:a16="http://schemas.microsoft.com/office/drawing/2014/main" id="{8CBACB8A-6DFB-5E73-AF05-0AB259FDC2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10300"/>
            <a:ext cx="6626831" cy="1894783"/>
          </a:xfrm>
          <a:prstGeom prst="rect">
            <a:avLst/>
          </a:prstGeom>
        </p:spPr>
      </p:pic>
    </p:spTree>
    <p:extLst>
      <p:ext uri="{BB962C8B-B14F-4D97-AF65-F5344CB8AC3E}">
        <p14:creationId xmlns:p14="http://schemas.microsoft.com/office/powerpoint/2010/main" val="1313442837"/>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1" name="Google Shape;151;p22"/>
          <p:cNvSpPr txBox="1">
            <a:spLocks noGrp="1"/>
          </p:cNvSpPr>
          <p:nvPr>
            <p:ph type="body" idx="1"/>
          </p:nvPr>
        </p:nvSpPr>
        <p:spPr>
          <a:xfrm>
            <a:off x="226124" y="463152"/>
            <a:ext cx="11011533" cy="2866000"/>
          </a:xfrm>
          <a:prstGeom prst="rect">
            <a:avLst/>
          </a:prstGeom>
        </p:spPr>
        <p:txBody>
          <a:bodyPr spcFirstLastPara="1" wrap="square" lIns="0" tIns="0" rIns="0" bIns="0" anchor="t" anchorCtr="0">
            <a:noAutofit/>
          </a:bodyPr>
          <a:lstStyle/>
          <a:p>
            <a:pPr marL="0" indent="0">
              <a:buNone/>
            </a:pPr>
            <a:r>
              <a:rPr lang="en-US" sz="4267" dirty="0">
                <a:effectLst>
                  <a:outerShdw blurRad="38100" dist="38100" dir="2700000" algn="tl">
                    <a:srgbClr val="000000">
                      <a:alpha val="43137"/>
                    </a:srgbClr>
                  </a:outerShdw>
                </a:effectLst>
              </a:rPr>
              <a:t>Preprocessing Phase</a:t>
            </a:r>
          </a:p>
          <a:p>
            <a:pPr algn="l"/>
            <a:r>
              <a:rPr lang="en-US" b="1" i="0" dirty="0">
                <a:solidFill>
                  <a:schemeClr val="bg1"/>
                </a:solidFill>
                <a:effectLst/>
                <a:latin typeface="Helvetica Neue"/>
              </a:rPr>
              <a:t>The aim of this notebook is to apply preprocessing so we can prepare data for machine learning phase by encoding</a:t>
            </a:r>
          </a:p>
          <a:p>
            <a:pPr algn="l"/>
            <a:r>
              <a:rPr lang="en-US" b="1" i="0" dirty="0">
                <a:solidFill>
                  <a:schemeClr val="bg1"/>
                </a:solidFill>
                <a:effectLst/>
                <a:latin typeface="Helvetica Neue"/>
              </a:rPr>
              <a:t>Machine </a:t>
            </a:r>
            <a:r>
              <a:rPr lang="en-US" b="1" i="0" dirty="0" err="1">
                <a:solidFill>
                  <a:schemeClr val="bg1"/>
                </a:solidFill>
                <a:effectLst/>
                <a:latin typeface="Helvetica Neue"/>
              </a:rPr>
              <a:t>undestand</a:t>
            </a:r>
            <a:r>
              <a:rPr lang="en-US" b="1" i="0" dirty="0">
                <a:solidFill>
                  <a:schemeClr val="bg1"/>
                </a:solidFill>
                <a:effectLst/>
                <a:latin typeface="Helvetica Neue"/>
              </a:rPr>
              <a:t> only 0 and 1 (numbers) so we need to convert all columns to this formula even if they were categorical</a:t>
            </a:r>
            <a:r>
              <a:rPr lang="en-US" b="1" i="0" u="none" strike="noStrike" dirty="0">
                <a:solidFill>
                  <a:schemeClr val="bg1"/>
                </a:solidFill>
                <a:effectLst/>
                <a:latin typeface="Helvetica Neue"/>
                <a:hlinkClick r:id="rId3">
                  <a:extLst>
                    <a:ext uri="{A12FA001-AC4F-418D-AE19-62706E023703}">
                      <ahyp:hlinkClr xmlns:ahyp="http://schemas.microsoft.com/office/drawing/2018/hyperlinkcolor" val="tx"/>
                    </a:ext>
                  </a:extLst>
                </a:hlinkClick>
              </a:rPr>
              <a:t>¶</a:t>
            </a:r>
            <a:endParaRPr lang="en-US" b="1" i="0" dirty="0">
              <a:solidFill>
                <a:schemeClr val="bg1"/>
              </a:solidFill>
              <a:effectLst/>
              <a:latin typeface="Helvetica Neue"/>
            </a:endParaRPr>
          </a:p>
          <a:p>
            <a:pPr marL="0" indent="0">
              <a:buNone/>
            </a:pPr>
            <a:endParaRPr lang="en-US" sz="4267" dirty="0">
              <a:solidFill>
                <a:schemeClr val="bg1"/>
              </a:solidFill>
              <a:effectLst>
                <a:outerShdw blurRad="38100" dist="38100" dir="2700000" algn="tl">
                  <a:srgbClr val="000000">
                    <a:alpha val="43137"/>
                  </a:srgbClr>
                </a:outerShdw>
              </a:effectLst>
            </a:endParaRPr>
          </a:p>
          <a:p>
            <a:pPr marL="0" indent="0">
              <a:buNone/>
            </a:pPr>
            <a:endParaRPr lang="en-US" sz="4267" dirty="0">
              <a:effectLst>
                <a:outerShdw blurRad="38100" dist="38100" dir="2700000" algn="tl">
                  <a:srgbClr val="000000">
                    <a:alpha val="43137"/>
                  </a:srgbClr>
                </a:outerShdw>
              </a:effectLst>
            </a:endParaRPr>
          </a:p>
          <a:p>
            <a:pPr marL="0" indent="0">
              <a:buNone/>
            </a:pPr>
            <a:endParaRPr lang="en-US" sz="1867" dirty="0">
              <a:effectLst>
                <a:outerShdw blurRad="38100" dist="38100" dir="2700000" algn="tl">
                  <a:srgbClr val="000000">
                    <a:alpha val="43137"/>
                  </a:srgbClr>
                </a:outerShdw>
              </a:effectLst>
            </a:endParaRPr>
          </a:p>
          <a:p>
            <a:pPr marL="0" indent="0">
              <a:buNone/>
            </a:pPr>
            <a:endParaRPr lang="en-US" sz="1867"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91529533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1" name="Google Shape;151;p22"/>
          <p:cNvSpPr txBox="1">
            <a:spLocks noGrp="1"/>
          </p:cNvSpPr>
          <p:nvPr>
            <p:ph type="body" idx="1"/>
          </p:nvPr>
        </p:nvSpPr>
        <p:spPr>
          <a:xfrm>
            <a:off x="226124" y="463152"/>
            <a:ext cx="11011533" cy="2866000"/>
          </a:xfrm>
          <a:prstGeom prst="rect">
            <a:avLst/>
          </a:prstGeom>
        </p:spPr>
        <p:txBody>
          <a:bodyPr spcFirstLastPara="1" wrap="square" lIns="0" tIns="0" rIns="0" bIns="0" anchor="t" anchorCtr="0">
            <a:noAutofit/>
          </a:bodyPr>
          <a:lstStyle/>
          <a:p>
            <a:pPr marL="0" indent="0">
              <a:buNone/>
            </a:pPr>
            <a:r>
              <a:rPr lang="en-US" sz="4267" dirty="0">
                <a:effectLst>
                  <a:outerShdw blurRad="38100" dist="38100" dir="2700000" algn="tl">
                    <a:srgbClr val="000000">
                      <a:alpha val="43137"/>
                    </a:srgbClr>
                  </a:outerShdw>
                </a:effectLst>
              </a:rPr>
              <a:t>Modeling and Evaluation Phase</a:t>
            </a:r>
          </a:p>
          <a:p>
            <a:pPr algn="l"/>
            <a:r>
              <a:rPr lang="en-US" b="1" i="0" dirty="0">
                <a:solidFill>
                  <a:schemeClr val="bg1"/>
                </a:solidFill>
                <a:effectLst/>
                <a:latin typeface="Helvetica Neue"/>
              </a:rPr>
              <a:t>The aim of this notebook is to apply </a:t>
            </a:r>
            <a:r>
              <a:rPr lang="en-US" b="1" i="0" dirty="0" err="1">
                <a:solidFill>
                  <a:schemeClr val="bg1"/>
                </a:solidFill>
                <a:effectLst/>
                <a:latin typeface="Helvetica Neue"/>
              </a:rPr>
              <a:t>differenct</a:t>
            </a:r>
            <a:r>
              <a:rPr lang="en-US" b="1" i="0" dirty="0">
                <a:solidFill>
                  <a:schemeClr val="bg1"/>
                </a:solidFill>
                <a:effectLst/>
                <a:latin typeface="Helvetica Neue"/>
              </a:rPr>
              <a:t> classical machine learning algorithms on our preprocessed data</a:t>
            </a:r>
          </a:p>
          <a:p>
            <a:pPr algn="l"/>
            <a:r>
              <a:rPr lang="en-US" b="1" i="0" dirty="0">
                <a:solidFill>
                  <a:schemeClr val="bg1"/>
                </a:solidFill>
                <a:effectLst/>
                <a:latin typeface="Helvetica Neue"/>
              </a:rPr>
              <a:t>We need to get train and test accuracies with high scores</a:t>
            </a:r>
          </a:p>
          <a:p>
            <a:pPr algn="l"/>
            <a:r>
              <a:rPr lang="en-US" b="1" i="0" dirty="0">
                <a:solidFill>
                  <a:schemeClr val="bg1"/>
                </a:solidFill>
                <a:effectLst/>
                <a:latin typeface="Helvetica Neue"/>
              </a:rPr>
              <a:t>We need to avoid overfitting and underfitting</a:t>
            </a:r>
          </a:p>
          <a:p>
            <a:pPr algn="l"/>
            <a:r>
              <a:rPr lang="en-US" b="1" i="0" dirty="0">
                <a:solidFill>
                  <a:schemeClr val="bg1"/>
                </a:solidFill>
                <a:effectLst/>
                <a:latin typeface="Helvetica Neue"/>
              </a:rPr>
              <a:t>Criteria of model choice is depending on less time with high scores</a:t>
            </a:r>
          </a:p>
          <a:p>
            <a:pPr algn="l"/>
            <a:r>
              <a:rPr lang="en-US" b="1" i="0" dirty="0">
                <a:solidFill>
                  <a:schemeClr val="bg1"/>
                </a:solidFill>
                <a:effectLst/>
                <a:latin typeface="Helvetica Neue"/>
              </a:rPr>
              <a:t>In case of any overfitting happens we will move to hyper tuning phase and apply some feature selection see which </a:t>
            </a:r>
            <a:r>
              <a:rPr lang="en-US" b="1" i="0" dirty="0" err="1">
                <a:solidFill>
                  <a:schemeClr val="bg1"/>
                </a:solidFill>
                <a:effectLst/>
                <a:latin typeface="Helvetica Neue"/>
              </a:rPr>
              <a:t>redunant</a:t>
            </a:r>
            <a:r>
              <a:rPr lang="en-US" b="1" i="0" dirty="0">
                <a:solidFill>
                  <a:schemeClr val="bg1"/>
                </a:solidFill>
                <a:effectLst/>
                <a:latin typeface="Helvetica Neue"/>
              </a:rPr>
              <a:t> features and which is more important</a:t>
            </a:r>
            <a:r>
              <a:rPr lang="en-US" b="1" i="0" u="none" strike="noStrike" dirty="0">
                <a:solidFill>
                  <a:schemeClr val="bg1"/>
                </a:solidFill>
                <a:effectLst/>
                <a:latin typeface="Helvetica Neue"/>
                <a:hlinkClick r:id="rId3">
                  <a:extLst>
                    <a:ext uri="{A12FA001-AC4F-418D-AE19-62706E023703}">
                      <ahyp:hlinkClr xmlns:ahyp="http://schemas.microsoft.com/office/drawing/2018/hyperlinkcolor" val="tx"/>
                    </a:ext>
                  </a:extLst>
                </a:hlinkClick>
              </a:rPr>
              <a:t>¶</a:t>
            </a:r>
            <a:endParaRPr lang="en-US" b="1" i="0" dirty="0">
              <a:solidFill>
                <a:schemeClr val="bg1"/>
              </a:solidFill>
              <a:effectLst/>
              <a:latin typeface="Helvetica Neue"/>
            </a:endParaRPr>
          </a:p>
          <a:p>
            <a:pPr marL="0" indent="0">
              <a:buNone/>
            </a:pPr>
            <a:endParaRPr lang="en-US" sz="4267" dirty="0">
              <a:solidFill>
                <a:schemeClr val="bg1"/>
              </a:solidFill>
              <a:effectLst>
                <a:outerShdw blurRad="38100" dist="38100" dir="2700000" algn="tl">
                  <a:srgbClr val="000000">
                    <a:alpha val="43137"/>
                  </a:srgbClr>
                </a:outerShdw>
              </a:effectLst>
            </a:endParaRPr>
          </a:p>
          <a:p>
            <a:pPr marL="0" indent="0">
              <a:buNone/>
            </a:pPr>
            <a:endParaRPr lang="en-US" sz="4267" dirty="0">
              <a:effectLst>
                <a:outerShdw blurRad="38100" dist="38100" dir="2700000" algn="tl">
                  <a:srgbClr val="000000">
                    <a:alpha val="43137"/>
                  </a:srgbClr>
                </a:outerShdw>
              </a:effectLst>
            </a:endParaRPr>
          </a:p>
          <a:p>
            <a:pPr marL="0" indent="0">
              <a:buNone/>
            </a:pPr>
            <a:endParaRPr lang="en-US" sz="1867" dirty="0">
              <a:effectLst>
                <a:outerShdw blurRad="38100" dist="38100" dir="2700000" algn="tl">
                  <a:srgbClr val="000000">
                    <a:alpha val="43137"/>
                  </a:srgbClr>
                </a:outerShdw>
              </a:effectLst>
            </a:endParaRPr>
          </a:p>
          <a:p>
            <a:pPr marL="0" indent="0">
              <a:buNone/>
            </a:pPr>
            <a:endParaRPr lang="en-US" sz="1867"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244767125"/>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1" name="Google Shape;151;p22"/>
          <p:cNvSpPr txBox="1">
            <a:spLocks noGrp="1"/>
          </p:cNvSpPr>
          <p:nvPr>
            <p:ph type="body" idx="1"/>
          </p:nvPr>
        </p:nvSpPr>
        <p:spPr>
          <a:xfrm>
            <a:off x="226124" y="463152"/>
            <a:ext cx="11011533" cy="2866000"/>
          </a:xfrm>
          <a:prstGeom prst="rect">
            <a:avLst/>
          </a:prstGeom>
        </p:spPr>
        <p:txBody>
          <a:bodyPr spcFirstLastPara="1" wrap="square" lIns="0" tIns="0" rIns="0" bIns="0" anchor="t" anchorCtr="0">
            <a:noAutofit/>
          </a:bodyPr>
          <a:lstStyle/>
          <a:p>
            <a:pPr marL="0" indent="0">
              <a:buNone/>
            </a:pPr>
            <a:r>
              <a:rPr lang="en-US" sz="4267" dirty="0">
                <a:effectLst>
                  <a:outerShdw blurRad="38100" dist="38100" dir="2700000" algn="tl">
                    <a:srgbClr val="000000">
                      <a:alpha val="43137"/>
                    </a:srgbClr>
                  </a:outerShdw>
                </a:effectLst>
              </a:rPr>
              <a:t>Hyper Tuning Phase</a:t>
            </a:r>
          </a:p>
          <a:p>
            <a:pPr algn="l"/>
            <a:r>
              <a:rPr lang="en-US" b="1" i="0" dirty="0">
                <a:solidFill>
                  <a:schemeClr val="bg1"/>
                </a:solidFill>
                <a:effectLst/>
                <a:latin typeface="Helvetica Neue"/>
              </a:rPr>
              <a:t>The aim of this notebook In case of any overfitting happens we will move to hyper tuning phase and apply some feature selection see which </a:t>
            </a:r>
            <a:r>
              <a:rPr lang="en-US" b="1" i="0" dirty="0" err="1">
                <a:solidFill>
                  <a:schemeClr val="bg1"/>
                </a:solidFill>
                <a:effectLst/>
                <a:latin typeface="Helvetica Neue"/>
              </a:rPr>
              <a:t>redunant</a:t>
            </a:r>
            <a:r>
              <a:rPr lang="en-US" b="1" i="0" dirty="0">
                <a:solidFill>
                  <a:schemeClr val="bg1"/>
                </a:solidFill>
                <a:effectLst/>
                <a:latin typeface="Helvetica Neue"/>
              </a:rPr>
              <a:t> features and which is more important</a:t>
            </a:r>
          </a:p>
          <a:p>
            <a:pPr algn="l"/>
            <a:r>
              <a:rPr lang="en-US" b="1" i="0" dirty="0">
                <a:solidFill>
                  <a:schemeClr val="bg1"/>
                </a:solidFill>
                <a:effectLst/>
                <a:latin typeface="Helvetica Neue"/>
              </a:rPr>
              <a:t>We need to upgrade performance of our model </a:t>
            </a:r>
            <a:r>
              <a:rPr lang="en-US" b="1" i="0" dirty="0" err="1">
                <a:solidFill>
                  <a:schemeClr val="bg1"/>
                </a:solidFill>
                <a:effectLst/>
                <a:latin typeface="Helvetica Neue"/>
              </a:rPr>
              <a:t>beacause</a:t>
            </a:r>
            <a:r>
              <a:rPr lang="en-US" b="1" i="0" dirty="0">
                <a:solidFill>
                  <a:schemeClr val="bg1"/>
                </a:solidFill>
                <a:effectLst/>
                <a:latin typeface="Helvetica Neue"/>
              </a:rPr>
              <a:t> previous scores are not satisfying</a:t>
            </a:r>
          </a:p>
          <a:p>
            <a:pPr algn="l"/>
            <a:r>
              <a:rPr lang="en-US" b="1" dirty="0">
                <a:solidFill>
                  <a:schemeClr val="bg1"/>
                </a:solidFill>
                <a:latin typeface="Helvetica Neue"/>
              </a:rPr>
              <a:t>A</a:t>
            </a:r>
            <a:r>
              <a:rPr lang="en-US" b="1" i="0" dirty="0">
                <a:solidFill>
                  <a:schemeClr val="bg1"/>
                </a:solidFill>
                <a:effectLst/>
                <a:latin typeface="Helvetica Neue"/>
              </a:rPr>
              <a:t>fter we got new features we will apply grid search to upgrade performance more</a:t>
            </a:r>
          </a:p>
          <a:p>
            <a:pPr algn="l"/>
            <a:r>
              <a:rPr lang="en-US" b="1" dirty="0">
                <a:solidFill>
                  <a:schemeClr val="bg1"/>
                </a:solidFill>
                <a:latin typeface="Helvetica Neue"/>
              </a:rPr>
              <a:t>W</a:t>
            </a:r>
            <a:r>
              <a:rPr lang="en-US" b="1" i="0" dirty="0">
                <a:solidFill>
                  <a:schemeClr val="bg1"/>
                </a:solidFill>
                <a:effectLst/>
                <a:latin typeface="Helvetica Neue"/>
              </a:rPr>
              <a:t>e work with agile SDLC so we can get back again to any phase adding more features without affecting the old phases</a:t>
            </a:r>
          </a:p>
          <a:p>
            <a:pPr marL="0" indent="0">
              <a:buNone/>
            </a:pPr>
            <a:endParaRPr lang="en-US" sz="4267" dirty="0">
              <a:solidFill>
                <a:schemeClr val="bg1"/>
              </a:solidFill>
              <a:effectLst>
                <a:outerShdw blurRad="38100" dist="38100" dir="2700000" algn="tl">
                  <a:srgbClr val="000000">
                    <a:alpha val="43137"/>
                  </a:srgbClr>
                </a:outerShdw>
              </a:effectLst>
            </a:endParaRPr>
          </a:p>
          <a:p>
            <a:pPr marL="0" indent="0">
              <a:buNone/>
            </a:pPr>
            <a:endParaRPr lang="en-US" sz="4267" dirty="0">
              <a:effectLst>
                <a:outerShdw blurRad="38100" dist="38100" dir="2700000" algn="tl">
                  <a:srgbClr val="000000">
                    <a:alpha val="43137"/>
                  </a:srgbClr>
                </a:outerShdw>
              </a:effectLst>
            </a:endParaRPr>
          </a:p>
          <a:p>
            <a:pPr marL="0" indent="0">
              <a:buNone/>
            </a:pPr>
            <a:endParaRPr lang="en-US" sz="1867" dirty="0">
              <a:effectLst>
                <a:outerShdw blurRad="38100" dist="38100" dir="2700000" algn="tl">
                  <a:srgbClr val="000000">
                    <a:alpha val="43137"/>
                  </a:srgbClr>
                </a:outerShdw>
              </a:effectLst>
            </a:endParaRPr>
          </a:p>
          <a:p>
            <a:pPr marL="0" indent="0">
              <a:buNone/>
            </a:pPr>
            <a:endParaRPr lang="en-US" sz="1867"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980624971"/>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1" name="Google Shape;151;p22"/>
          <p:cNvSpPr txBox="1">
            <a:spLocks noGrp="1"/>
          </p:cNvSpPr>
          <p:nvPr>
            <p:ph type="body" idx="1"/>
          </p:nvPr>
        </p:nvSpPr>
        <p:spPr>
          <a:xfrm>
            <a:off x="226124" y="463152"/>
            <a:ext cx="11011533" cy="2866000"/>
          </a:xfrm>
          <a:prstGeom prst="rect">
            <a:avLst/>
          </a:prstGeom>
        </p:spPr>
        <p:txBody>
          <a:bodyPr spcFirstLastPara="1" wrap="square" lIns="0" tIns="0" rIns="0" bIns="0" anchor="t" anchorCtr="0">
            <a:noAutofit/>
          </a:bodyPr>
          <a:lstStyle/>
          <a:p>
            <a:pPr marL="0" indent="0">
              <a:buNone/>
            </a:pPr>
            <a:r>
              <a:rPr lang="en-US" sz="4267" dirty="0">
                <a:effectLst>
                  <a:outerShdw blurRad="38100" dist="38100" dir="2700000" algn="tl">
                    <a:srgbClr val="000000">
                      <a:alpha val="43137"/>
                    </a:srgbClr>
                  </a:outerShdw>
                </a:effectLst>
              </a:rPr>
              <a:t>Hyper Tuning Phase</a:t>
            </a:r>
          </a:p>
          <a:p>
            <a:pPr algn="l"/>
            <a:r>
              <a:rPr lang="en-US" b="1" i="0" dirty="0">
                <a:solidFill>
                  <a:schemeClr val="bg1"/>
                </a:solidFill>
                <a:effectLst/>
                <a:latin typeface="Helvetica Neue"/>
              </a:rPr>
              <a:t>The aim of this notebook In case of any overfitting happens we will move to hyper tuning phase and apply some feature selection see which </a:t>
            </a:r>
            <a:r>
              <a:rPr lang="en-US" b="1" i="0" dirty="0" err="1">
                <a:solidFill>
                  <a:schemeClr val="bg1"/>
                </a:solidFill>
                <a:effectLst/>
                <a:latin typeface="Helvetica Neue"/>
              </a:rPr>
              <a:t>redunant</a:t>
            </a:r>
            <a:r>
              <a:rPr lang="en-US" b="1" i="0" dirty="0">
                <a:solidFill>
                  <a:schemeClr val="bg1"/>
                </a:solidFill>
                <a:effectLst/>
                <a:latin typeface="Helvetica Neue"/>
              </a:rPr>
              <a:t> features and which is more important</a:t>
            </a:r>
          </a:p>
          <a:p>
            <a:pPr algn="l"/>
            <a:r>
              <a:rPr lang="en-US" b="1" i="0" dirty="0">
                <a:solidFill>
                  <a:schemeClr val="bg1"/>
                </a:solidFill>
                <a:effectLst/>
                <a:latin typeface="Helvetica Neue"/>
              </a:rPr>
              <a:t>We need to upgrade performance of our model </a:t>
            </a:r>
            <a:r>
              <a:rPr lang="en-US" b="1" i="0" dirty="0" err="1">
                <a:solidFill>
                  <a:schemeClr val="bg1"/>
                </a:solidFill>
                <a:effectLst/>
                <a:latin typeface="Helvetica Neue"/>
              </a:rPr>
              <a:t>beacause</a:t>
            </a:r>
            <a:r>
              <a:rPr lang="en-US" b="1" i="0" dirty="0">
                <a:solidFill>
                  <a:schemeClr val="bg1"/>
                </a:solidFill>
                <a:effectLst/>
                <a:latin typeface="Helvetica Neue"/>
              </a:rPr>
              <a:t> previous scores are not satisfying</a:t>
            </a:r>
          </a:p>
          <a:p>
            <a:pPr algn="l"/>
            <a:r>
              <a:rPr lang="en-US" b="1" dirty="0">
                <a:solidFill>
                  <a:schemeClr val="bg1"/>
                </a:solidFill>
                <a:latin typeface="Helvetica Neue"/>
              </a:rPr>
              <a:t>A</a:t>
            </a:r>
            <a:r>
              <a:rPr lang="en-US" b="1" i="0" dirty="0">
                <a:solidFill>
                  <a:schemeClr val="bg1"/>
                </a:solidFill>
                <a:effectLst/>
                <a:latin typeface="Helvetica Neue"/>
              </a:rPr>
              <a:t>fter we got new features we will apply grid search to upgrade performance more</a:t>
            </a:r>
          </a:p>
          <a:p>
            <a:pPr algn="l"/>
            <a:r>
              <a:rPr lang="en-US" b="1" dirty="0">
                <a:solidFill>
                  <a:schemeClr val="bg1"/>
                </a:solidFill>
                <a:latin typeface="Helvetica Neue"/>
              </a:rPr>
              <a:t>W</a:t>
            </a:r>
            <a:r>
              <a:rPr lang="en-US" b="1" i="0" dirty="0">
                <a:solidFill>
                  <a:schemeClr val="bg1"/>
                </a:solidFill>
                <a:effectLst/>
                <a:latin typeface="Helvetica Neue"/>
              </a:rPr>
              <a:t>e work with agile SDLC so we can get back again to any phase adding more features without affecting the old phases</a:t>
            </a:r>
          </a:p>
          <a:p>
            <a:pPr marL="0" indent="0">
              <a:buNone/>
            </a:pPr>
            <a:endParaRPr lang="en-US" sz="4267" dirty="0">
              <a:solidFill>
                <a:schemeClr val="bg1"/>
              </a:solidFill>
              <a:effectLst>
                <a:outerShdw blurRad="38100" dist="38100" dir="2700000" algn="tl">
                  <a:srgbClr val="000000">
                    <a:alpha val="43137"/>
                  </a:srgbClr>
                </a:outerShdw>
              </a:effectLst>
            </a:endParaRPr>
          </a:p>
          <a:p>
            <a:pPr marL="0" indent="0">
              <a:buNone/>
            </a:pPr>
            <a:endParaRPr lang="en-US" sz="4267" dirty="0">
              <a:effectLst>
                <a:outerShdw blurRad="38100" dist="38100" dir="2700000" algn="tl">
                  <a:srgbClr val="000000">
                    <a:alpha val="43137"/>
                  </a:srgbClr>
                </a:outerShdw>
              </a:effectLst>
            </a:endParaRPr>
          </a:p>
          <a:p>
            <a:pPr marL="0" indent="0">
              <a:buNone/>
            </a:pPr>
            <a:endParaRPr lang="en-US" sz="1867" dirty="0">
              <a:effectLst>
                <a:outerShdw blurRad="38100" dist="38100" dir="2700000" algn="tl">
                  <a:srgbClr val="000000">
                    <a:alpha val="43137"/>
                  </a:srgbClr>
                </a:outerShdw>
              </a:effectLst>
            </a:endParaRPr>
          </a:p>
          <a:p>
            <a:pPr marL="0" indent="0">
              <a:buNone/>
            </a:pPr>
            <a:endParaRPr lang="en-US" sz="1867"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567332485"/>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1" name="Google Shape;151;p22"/>
          <p:cNvSpPr txBox="1">
            <a:spLocks noGrp="1"/>
          </p:cNvSpPr>
          <p:nvPr>
            <p:ph type="body" idx="1"/>
          </p:nvPr>
        </p:nvSpPr>
        <p:spPr>
          <a:xfrm>
            <a:off x="226124" y="463152"/>
            <a:ext cx="11011533" cy="2866000"/>
          </a:xfrm>
          <a:prstGeom prst="rect">
            <a:avLst/>
          </a:prstGeom>
        </p:spPr>
        <p:txBody>
          <a:bodyPr spcFirstLastPara="1" wrap="square" lIns="0" tIns="0" rIns="0" bIns="0" anchor="t" anchorCtr="0">
            <a:noAutofit/>
          </a:bodyPr>
          <a:lstStyle/>
          <a:p>
            <a:pPr marL="0" indent="0">
              <a:buNone/>
            </a:pPr>
            <a:r>
              <a:rPr lang="en-US" sz="4267" dirty="0">
                <a:effectLst>
                  <a:outerShdw blurRad="38100" dist="38100" dir="2700000" algn="tl">
                    <a:srgbClr val="000000">
                      <a:alpha val="43137"/>
                    </a:srgbClr>
                  </a:outerShdw>
                </a:effectLst>
              </a:rPr>
              <a:t>Hyper Tuning Flow</a:t>
            </a:r>
          </a:p>
          <a:p>
            <a:pPr algn="l"/>
            <a:endParaRPr lang="en-US" b="1" i="0" dirty="0">
              <a:solidFill>
                <a:schemeClr val="bg1"/>
              </a:solidFill>
              <a:effectLst/>
              <a:latin typeface="Helvetica Neue"/>
            </a:endParaRPr>
          </a:p>
          <a:p>
            <a:pPr marL="0" indent="0">
              <a:buNone/>
            </a:pPr>
            <a:endParaRPr lang="en-US" sz="4267" dirty="0">
              <a:solidFill>
                <a:schemeClr val="bg1"/>
              </a:solidFill>
              <a:effectLst>
                <a:outerShdw blurRad="38100" dist="38100" dir="2700000" algn="tl">
                  <a:srgbClr val="000000">
                    <a:alpha val="43137"/>
                  </a:srgbClr>
                </a:outerShdw>
              </a:effectLst>
            </a:endParaRPr>
          </a:p>
          <a:p>
            <a:pPr marL="0" indent="0">
              <a:buNone/>
            </a:pPr>
            <a:endParaRPr lang="en-US" sz="4267" dirty="0">
              <a:effectLst>
                <a:outerShdw blurRad="38100" dist="38100" dir="2700000" algn="tl">
                  <a:srgbClr val="000000">
                    <a:alpha val="43137"/>
                  </a:srgbClr>
                </a:outerShdw>
              </a:effectLst>
            </a:endParaRPr>
          </a:p>
          <a:p>
            <a:pPr marL="0" indent="0">
              <a:buNone/>
            </a:pPr>
            <a:endParaRPr lang="en-US" sz="1867" dirty="0">
              <a:effectLst>
                <a:outerShdw blurRad="38100" dist="38100" dir="2700000" algn="tl">
                  <a:srgbClr val="000000">
                    <a:alpha val="43137"/>
                  </a:srgbClr>
                </a:outerShdw>
              </a:effectLst>
            </a:endParaRPr>
          </a:p>
          <a:p>
            <a:pPr marL="0" indent="0">
              <a:buNone/>
            </a:pPr>
            <a:endParaRPr lang="en-US" sz="1867" dirty="0">
              <a:effectLst>
                <a:outerShdw blurRad="38100" dist="38100" dir="2700000" algn="tl">
                  <a:srgbClr val="000000">
                    <a:alpha val="43137"/>
                  </a:srgbClr>
                </a:outerShdw>
              </a:effectLst>
            </a:endParaRPr>
          </a:p>
        </p:txBody>
      </p:sp>
      <p:pic>
        <p:nvPicPr>
          <p:cNvPr id="3" name="Picture 2" descr="A diagram of workflow diagram&#10;&#10;Description automatically generated">
            <a:extLst>
              <a:ext uri="{FF2B5EF4-FFF2-40B4-BE49-F238E27FC236}">
                <a16:creationId xmlns:a16="http://schemas.microsoft.com/office/drawing/2014/main" id="{62CDBD02-86CA-C635-D86B-2C283110E3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46434"/>
            <a:ext cx="12192000" cy="5211566"/>
          </a:xfrm>
          <a:prstGeom prst="rect">
            <a:avLst/>
          </a:prstGeom>
        </p:spPr>
      </p:pic>
    </p:spTree>
    <p:extLst>
      <p:ext uri="{BB962C8B-B14F-4D97-AF65-F5344CB8AC3E}">
        <p14:creationId xmlns:p14="http://schemas.microsoft.com/office/powerpoint/2010/main" val="4236998939"/>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1" name="Google Shape;151;p22"/>
          <p:cNvSpPr txBox="1">
            <a:spLocks noGrp="1"/>
          </p:cNvSpPr>
          <p:nvPr>
            <p:ph type="body" idx="1"/>
          </p:nvPr>
        </p:nvSpPr>
        <p:spPr>
          <a:xfrm>
            <a:off x="226124" y="463152"/>
            <a:ext cx="11011533" cy="2866000"/>
          </a:xfrm>
          <a:prstGeom prst="rect">
            <a:avLst/>
          </a:prstGeom>
        </p:spPr>
        <p:txBody>
          <a:bodyPr spcFirstLastPara="1" wrap="square" lIns="0" tIns="0" rIns="0" bIns="0" anchor="t" anchorCtr="0">
            <a:noAutofit/>
          </a:bodyPr>
          <a:lstStyle/>
          <a:p>
            <a:pPr marL="0" indent="0">
              <a:buNone/>
            </a:pPr>
            <a:r>
              <a:rPr lang="en-US" sz="4267" dirty="0" err="1">
                <a:effectLst>
                  <a:outerShdw blurRad="38100" dist="38100" dir="2700000" algn="tl">
                    <a:srgbClr val="000000">
                      <a:alpha val="43137"/>
                    </a:srgbClr>
                  </a:outerShdw>
                </a:effectLst>
              </a:rPr>
              <a:t>Deloyment</a:t>
            </a:r>
            <a:r>
              <a:rPr lang="en-US" sz="4267" dirty="0">
                <a:effectLst>
                  <a:outerShdw blurRad="38100" dist="38100" dir="2700000" algn="tl">
                    <a:srgbClr val="000000">
                      <a:alpha val="43137"/>
                    </a:srgbClr>
                  </a:outerShdw>
                </a:effectLst>
              </a:rPr>
              <a:t> Phase</a:t>
            </a:r>
          </a:p>
          <a:p>
            <a:pPr algn="l"/>
            <a:r>
              <a:rPr lang="en-US" sz="2200" b="1" i="0" dirty="0">
                <a:solidFill>
                  <a:schemeClr val="bg1"/>
                </a:solidFill>
                <a:effectLst/>
                <a:latin typeface="Helvetica Neue"/>
              </a:rPr>
              <a:t>The aim of this notebook is to deploy our data in web app online so that it will be able to apply soft code and make our model applicable and more dynamic</a:t>
            </a:r>
          </a:p>
          <a:p>
            <a:pPr algn="l"/>
            <a:r>
              <a:rPr lang="en-US" sz="2200" b="1" i="0" dirty="0">
                <a:solidFill>
                  <a:schemeClr val="bg1"/>
                </a:solidFill>
                <a:effectLst/>
                <a:latin typeface="Helvetica Neue"/>
              </a:rPr>
              <a:t>• Our online link for this local host application "</a:t>
            </a:r>
            <a:r>
              <a:rPr lang="en-US" sz="2200" b="1" i="0" u="sng" dirty="0">
                <a:solidFill>
                  <a:schemeClr val="bg1"/>
                </a:solidFill>
                <a:effectLst/>
                <a:latin typeface="Helvetica Neue"/>
                <a:hlinkClick r:id="rId3">
                  <a:extLst>
                    <a:ext uri="{A12FA001-AC4F-418D-AE19-62706E023703}">
                      <ahyp:hlinkClr xmlns:ahyp="http://schemas.microsoft.com/office/drawing/2018/hyperlinkcolor" val="tx"/>
                    </a:ext>
                  </a:extLst>
                </a:hlinkClick>
              </a:rPr>
              <a:t>https://webappfinalproject-samcc5ldyserhfhxqoarel.streamlit.app</a:t>
            </a:r>
            <a:r>
              <a:rPr lang="en-US" sz="2200" b="1" i="0" dirty="0">
                <a:solidFill>
                  <a:schemeClr val="bg1"/>
                </a:solidFill>
                <a:effectLst/>
                <a:latin typeface="Helvetica Neue"/>
              </a:rPr>
              <a:t> "</a:t>
            </a:r>
          </a:p>
          <a:p>
            <a:pPr algn="l"/>
            <a:r>
              <a:rPr lang="en-US" sz="2200" b="1" i="0" dirty="0">
                <a:solidFill>
                  <a:schemeClr val="bg1"/>
                </a:solidFill>
                <a:effectLst/>
                <a:latin typeface="Helvetica Neue"/>
              </a:rPr>
              <a:t>• The flow will be as following :</a:t>
            </a:r>
          </a:p>
          <a:p>
            <a:pPr algn="l"/>
            <a:r>
              <a:rPr lang="en-US" sz="2200" b="1" i="0" dirty="0">
                <a:solidFill>
                  <a:schemeClr val="bg1"/>
                </a:solidFill>
                <a:effectLst/>
                <a:latin typeface="Helvetica Neue"/>
              </a:rPr>
              <a:t>• </a:t>
            </a:r>
            <a:r>
              <a:rPr lang="en-US" sz="2200" b="1" i="0" dirty="0" err="1">
                <a:solidFill>
                  <a:schemeClr val="bg1"/>
                </a:solidFill>
                <a:effectLst/>
                <a:latin typeface="Helvetica Neue"/>
              </a:rPr>
              <a:t>Creat</a:t>
            </a:r>
            <a:r>
              <a:rPr lang="en-US" sz="2200" b="1" i="0" dirty="0">
                <a:solidFill>
                  <a:schemeClr val="bg1"/>
                </a:solidFill>
                <a:effectLst/>
                <a:latin typeface="Helvetica Neue"/>
              </a:rPr>
              <a:t> </a:t>
            </a:r>
            <a:r>
              <a:rPr lang="en-US" sz="2200" b="1" i="0" dirty="0" err="1">
                <a:solidFill>
                  <a:schemeClr val="bg1"/>
                </a:solidFill>
                <a:effectLst/>
                <a:latin typeface="Helvetica Neue"/>
              </a:rPr>
              <a:t>streamlit</a:t>
            </a:r>
            <a:r>
              <a:rPr lang="en-US" sz="2200" b="1" i="0" dirty="0">
                <a:solidFill>
                  <a:schemeClr val="bg1"/>
                </a:solidFill>
                <a:effectLst/>
                <a:latin typeface="Helvetica Neue"/>
              </a:rPr>
              <a:t> web app</a:t>
            </a:r>
          </a:p>
          <a:p>
            <a:pPr algn="l"/>
            <a:r>
              <a:rPr lang="en-US" sz="2200" b="1" i="0" dirty="0">
                <a:solidFill>
                  <a:schemeClr val="bg1"/>
                </a:solidFill>
                <a:effectLst/>
                <a:latin typeface="Helvetica Neue"/>
              </a:rPr>
              <a:t>• Create login form to </a:t>
            </a:r>
            <a:r>
              <a:rPr lang="en-US" sz="2200" b="1" i="0" dirty="0" err="1">
                <a:solidFill>
                  <a:schemeClr val="bg1"/>
                </a:solidFill>
                <a:effectLst/>
                <a:latin typeface="Helvetica Neue"/>
              </a:rPr>
              <a:t>autheniticate</a:t>
            </a:r>
            <a:r>
              <a:rPr lang="en-US" sz="2200" b="1" i="0" dirty="0">
                <a:solidFill>
                  <a:schemeClr val="bg1"/>
                </a:solidFill>
                <a:effectLst/>
                <a:latin typeface="Helvetica Neue"/>
              </a:rPr>
              <a:t> the super admin only for </a:t>
            </a:r>
            <a:r>
              <a:rPr lang="en-US" sz="2200" b="1" i="0" dirty="0" err="1">
                <a:solidFill>
                  <a:schemeClr val="bg1"/>
                </a:solidFill>
                <a:effectLst/>
                <a:latin typeface="Helvetica Neue"/>
              </a:rPr>
              <a:t>secuirty</a:t>
            </a:r>
            <a:r>
              <a:rPr lang="en-US" sz="2200" b="1" i="0" dirty="0">
                <a:solidFill>
                  <a:schemeClr val="bg1"/>
                </a:solidFill>
                <a:effectLst/>
                <a:latin typeface="Helvetica Neue"/>
              </a:rPr>
              <a:t> purpose</a:t>
            </a:r>
          </a:p>
          <a:p>
            <a:pPr algn="l"/>
            <a:r>
              <a:rPr lang="en-US" sz="2200" b="1" i="0" dirty="0">
                <a:solidFill>
                  <a:schemeClr val="bg1"/>
                </a:solidFill>
                <a:effectLst/>
                <a:latin typeface="Helvetica Neue"/>
              </a:rPr>
              <a:t>• Move to page with upload button to upload csv file</a:t>
            </a:r>
          </a:p>
          <a:p>
            <a:pPr algn="l"/>
            <a:r>
              <a:rPr lang="en-US" sz="2200" b="1" i="0" dirty="0">
                <a:solidFill>
                  <a:schemeClr val="bg1"/>
                </a:solidFill>
                <a:effectLst/>
                <a:latin typeface="Helvetica Neue"/>
              </a:rPr>
              <a:t>• The last page for dashboard which </a:t>
            </a:r>
            <a:r>
              <a:rPr lang="en-US" sz="2200" b="1" i="0" dirty="0" err="1">
                <a:solidFill>
                  <a:schemeClr val="bg1"/>
                </a:solidFill>
                <a:effectLst/>
                <a:latin typeface="Helvetica Neue"/>
              </a:rPr>
              <a:t>containes</a:t>
            </a:r>
            <a:r>
              <a:rPr lang="en-US" sz="2200" b="1" i="0" dirty="0">
                <a:solidFill>
                  <a:schemeClr val="bg1"/>
                </a:solidFill>
                <a:effectLst/>
                <a:latin typeface="Helvetica Neue"/>
              </a:rPr>
              <a:t> predictions and </a:t>
            </a:r>
            <a:r>
              <a:rPr lang="en-US" sz="2200" b="1" i="0" dirty="0" err="1">
                <a:solidFill>
                  <a:schemeClr val="bg1"/>
                </a:solidFill>
                <a:effectLst/>
                <a:latin typeface="Helvetica Neue"/>
              </a:rPr>
              <a:t>alot</a:t>
            </a:r>
            <a:r>
              <a:rPr lang="en-US" sz="2200" b="1" i="0" dirty="0">
                <a:solidFill>
                  <a:schemeClr val="bg1"/>
                </a:solidFill>
                <a:effectLst/>
                <a:latin typeface="Helvetica Neue"/>
              </a:rPr>
              <a:t> of visuals with side bar has filters</a:t>
            </a:r>
            <a:r>
              <a:rPr lang="en-US" sz="2200" b="1" i="0" u="none" strike="noStrike" dirty="0">
                <a:solidFill>
                  <a:schemeClr val="bg1"/>
                </a:solidFill>
                <a:effectLst/>
                <a:latin typeface="Helvetica Neue"/>
                <a:hlinkClick r:id="rId4">
                  <a:extLst>
                    <a:ext uri="{A12FA001-AC4F-418D-AE19-62706E023703}">
                      <ahyp:hlinkClr xmlns:ahyp="http://schemas.microsoft.com/office/drawing/2018/hyperlinkcolor" val="tx"/>
                    </a:ext>
                  </a:extLst>
                </a:hlinkClick>
              </a:rPr>
              <a:t>¶</a:t>
            </a:r>
            <a:br>
              <a:rPr lang="en-US" dirty="0"/>
            </a:br>
            <a:endParaRPr lang="en-US" sz="4267" dirty="0">
              <a:solidFill>
                <a:schemeClr val="bg1"/>
              </a:solidFill>
              <a:effectLst>
                <a:outerShdw blurRad="38100" dist="38100" dir="2700000" algn="tl">
                  <a:srgbClr val="000000">
                    <a:alpha val="43137"/>
                  </a:srgbClr>
                </a:outerShdw>
              </a:effectLst>
            </a:endParaRPr>
          </a:p>
          <a:p>
            <a:pPr marL="0" indent="0">
              <a:buNone/>
            </a:pPr>
            <a:endParaRPr lang="en-US" sz="4267" dirty="0">
              <a:effectLst>
                <a:outerShdw blurRad="38100" dist="38100" dir="2700000" algn="tl">
                  <a:srgbClr val="000000">
                    <a:alpha val="43137"/>
                  </a:srgbClr>
                </a:outerShdw>
              </a:effectLst>
            </a:endParaRPr>
          </a:p>
          <a:p>
            <a:pPr marL="0" indent="0">
              <a:buNone/>
            </a:pPr>
            <a:endParaRPr lang="en-US" sz="1867" dirty="0">
              <a:effectLst>
                <a:outerShdw blurRad="38100" dist="38100" dir="2700000" algn="tl">
                  <a:srgbClr val="000000">
                    <a:alpha val="43137"/>
                  </a:srgbClr>
                </a:outerShdw>
              </a:effectLst>
            </a:endParaRPr>
          </a:p>
          <a:p>
            <a:pPr marL="0" indent="0">
              <a:buNone/>
            </a:pPr>
            <a:endParaRPr lang="en-US" sz="1867"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080963724"/>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1" name="Google Shape;151;p22"/>
          <p:cNvSpPr txBox="1">
            <a:spLocks noGrp="1"/>
          </p:cNvSpPr>
          <p:nvPr>
            <p:ph type="body" idx="1"/>
          </p:nvPr>
        </p:nvSpPr>
        <p:spPr>
          <a:xfrm>
            <a:off x="226124" y="463152"/>
            <a:ext cx="11011533" cy="2866000"/>
          </a:xfrm>
          <a:prstGeom prst="rect">
            <a:avLst/>
          </a:prstGeom>
        </p:spPr>
        <p:txBody>
          <a:bodyPr spcFirstLastPara="1" wrap="square" lIns="0" tIns="0" rIns="0" bIns="0" anchor="t" anchorCtr="0">
            <a:noAutofit/>
          </a:bodyPr>
          <a:lstStyle/>
          <a:p>
            <a:pPr marL="0" indent="0">
              <a:buNone/>
            </a:pPr>
            <a:r>
              <a:rPr lang="en-US" sz="4267" dirty="0">
                <a:effectLst>
                  <a:outerShdw blurRad="38100" dist="38100" dir="2700000" algn="tl">
                    <a:srgbClr val="000000">
                      <a:alpha val="43137"/>
                    </a:srgbClr>
                  </a:outerShdw>
                </a:effectLst>
              </a:rPr>
              <a:t>Deployment Flow</a:t>
            </a:r>
          </a:p>
          <a:p>
            <a:pPr marL="101598" indent="0" algn="l">
              <a:buNone/>
            </a:pPr>
            <a:br>
              <a:rPr lang="en-US" dirty="0"/>
            </a:br>
            <a:endParaRPr lang="en-US" sz="4267" dirty="0">
              <a:solidFill>
                <a:schemeClr val="bg1"/>
              </a:solidFill>
              <a:effectLst>
                <a:outerShdw blurRad="38100" dist="38100" dir="2700000" algn="tl">
                  <a:srgbClr val="000000">
                    <a:alpha val="43137"/>
                  </a:srgbClr>
                </a:outerShdw>
              </a:effectLst>
            </a:endParaRPr>
          </a:p>
          <a:p>
            <a:pPr marL="0" indent="0">
              <a:buNone/>
            </a:pPr>
            <a:endParaRPr lang="en-US" sz="4267" dirty="0">
              <a:effectLst>
                <a:outerShdw blurRad="38100" dist="38100" dir="2700000" algn="tl">
                  <a:srgbClr val="000000">
                    <a:alpha val="43137"/>
                  </a:srgbClr>
                </a:outerShdw>
              </a:effectLst>
            </a:endParaRPr>
          </a:p>
          <a:p>
            <a:pPr marL="0" indent="0">
              <a:buNone/>
            </a:pPr>
            <a:endParaRPr lang="en-US" sz="1867" dirty="0">
              <a:effectLst>
                <a:outerShdw blurRad="38100" dist="38100" dir="2700000" algn="tl">
                  <a:srgbClr val="000000">
                    <a:alpha val="43137"/>
                  </a:srgbClr>
                </a:outerShdw>
              </a:effectLst>
            </a:endParaRPr>
          </a:p>
          <a:p>
            <a:pPr marL="0" indent="0">
              <a:buNone/>
            </a:pPr>
            <a:endParaRPr lang="en-US" sz="1867" dirty="0">
              <a:effectLst>
                <a:outerShdw blurRad="38100" dist="38100" dir="2700000" algn="tl">
                  <a:srgbClr val="000000">
                    <a:alpha val="43137"/>
                  </a:srgbClr>
                </a:outerShdw>
              </a:effectLst>
            </a:endParaRPr>
          </a:p>
        </p:txBody>
      </p:sp>
      <p:pic>
        <p:nvPicPr>
          <p:cNvPr id="3" name="Picture 2" descr="A diagram of a web application&#10;&#10;Description automatically generated">
            <a:extLst>
              <a:ext uri="{FF2B5EF4-FFF2-40B4-BE49-F238E27FC236}">
                <a16:creationId xmlns:a16="http://schemas.microsoft.com/office/drawing/2014/main" id="{CEEABC1C-49F2-A04D-E0ED-684CD19C91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828800"/>
            <a:ext cx="12192000" cy="5029200"/>
          </a:xfrm>
          <a:prstGeom prst="rect">
            <a:avLst/>
          </a:prstGeom>
        </p:spPr>
      </p:pic>
    </p:spTree>
    <p:extLst>
      <p:ext uri="{BB962C8B-B14F-4D97-AF65-F5344CB8AC3E}">
        <p14:creationId xmlns:p14="http://schemas.microsoft.com/office/powerpoint/2010/main" val="1545856591"/>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theme/theme1.xml><?xml version="1.0" encoding="utf-8"?>
<a:theme xmlns:a="http://schemas.openxmlformats.org/drawingml/2006/main" name="Aliena template">
  <a:themeElements>
    <a:clrScheme name="Custom 347">
      <a:dk1>
        <a:srgbClr val="050060"/>
      </a:dk1>
      <a:lt1>
        <a:srgbClr val="FFFFFF"/>
      </a:lt1>
      <a:dk2>
        <a:srgbClr val="585963"/>
      </a:dk2>
      <a:lt2>
        <a:srgbClr val="F3F3F3"/>
      </a:lt2>
      <a:accent1>
        <a:srgbClr val="0A2F9E"/>
      </a:accent1>
      <a:accent2>
        <a:srgbClr val="3544FF"/>
      </a:accent2>
      <a:accent3>
        <a:srgbClr val="24D6FF"/>
      </a:accent3>
      <a:accent4>
        <a:srgbClr val="00FFFF"/>
      </a:accent4>
      <a:accent5>
        <a:srgbClr val="A458FF"/>
      </a:accent5>
      <a:accent6>
        <a:srgbClr val="D392FF"/>
      </a:accent6>
      <a:hlink>
        <a:srgbClr val="FFFFF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1183</Words>
  <Application>Microsoft Office PowerPoint</Application>
  <PresentationFormat>Widescreen</PresentationFormat>
  <Paragraphs>114</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Helvetica Neue</vt:lpstr>
      <vt:lpstr>Lexend Deca</vt:lpstr>
      <vt:lpstr>Muli Regular</vt:lpstr>
      <vt:lpstr>Aliena 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Omar Shaarawy</dc:creator>
  <cp:lastModifiedBy>Omar Shaarawy</cp:lastModifiedBy>
  <cp:revision>2</cp:revision>
  <dcterms:created xsi:type="dcterms:W3CDTF">2024-01-20T08:24:37Z</dcterms:created>
  <dcterms:modified xsi:type="dcterms:W3CDTF">2024-01-20T08:43:17Z</dcterms:modified>
</cp:coreProperties>
</file>